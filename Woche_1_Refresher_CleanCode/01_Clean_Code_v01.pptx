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sldIdLst>
    <p:sldId id="312" r:id="rId2"/>
    <p:sldId id="313" r:id="rId3"/>
    <p:sldId id="314" r:id="rId4"/>
    <p:sldId id="315" r:id="rId5"/>
    <p:sldId id="316" r:id="rId6"/>
    <p:sldId id="317" r:id="rId7"/>
    <p:sldId id="318" r:id="rId8"/>
    <p:sldId id="319" r:id="rId9"/>
    <p:sldId id="320" r:id="rId10"/>
    <p:sldId id="321" r:id="rId11"/>
    <p:sldId id="322" r:id="rId12"/>
    <p:sldId id="323" r:id="rId13"/>
    <p:sldId id="324" r:id="rId14"/>
    <p:sldId id="325" r:id="rId15"/>
    <p:sldId id="326" r:id="rId16"/>
    <p:sldId id="327" r:id="rId17"/>
    <p:sldId id="328" r:id="rId18"/>
    <p:sldId id="329" r:id="rId19"/>
    <p:sldId id="330" r:id="rId20"/>
    <p:sldId id="331" r:id="rId21"/>
    <p:sldId id="332" r:id="rId22"/>
    <p:sldId id="333" r:id="rId23"/>
    <p:sldId id="334" r:id="rId24"/>
    <p:sldId id="335" r:id="rId25"/>
    <p:sldId id="336" r:id="rId26"/>
    <p:sldId id="337" r:id="rId27"/>
    <p:sldId id="338" r:id="rId28"/>
    <p:sldId id="339" r:id="rId29"/>
    <p:sldId id="340" r:id="rId30"/>
    <p:sldId id="341" r:id="rId31"/>
    <p:sldId id="342" r:id="rId32"/>
    <p:sldId id="343" r:id="rId33"/>
    <p:sldId id="344" r:id="rId34"/>
    <p:sldId id="345" r:id="rId35"/>
  </p:sldIdLst>
  <p:sldSz cx="6858000" cy="5143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985352-70BD-4C55-94CD-D8AB9AF4ECAE}" v="26" dt="2026-03-18T17:12:24.161"/>
    <p1510:client id="{8FD8E9B9-19E4-45DE-B338-CC800BA76FB7}" v="1" dt="2026-03-18T17:27:52.992"/>
    <p1510:client id="{B7FDA16B-6CD8-46DA-B9AA-DBE7077D826F}" v="2" dt="2026-03-18T17:27:25.0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36" autoAdjust="0"/>
    <p:restoredTop sz="94694" autoAdjust="0"/>
  </p:normalViewPr>
  <p:slideViewPr>
    <p:cSldViewPr snapToGrid="0" snapToObjects="1">
      <p:cViewPr varScale="1">
        <p:scale>
          <a:sx n="199" d="100"/>
          <a:sy n="199" d="100"/>
        </p:scale>
        <p:origin x="1752" y="150"/>
      </p:cViewPr>
      <p:guideLst>
        <p:guide orient="horz" pos="162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Bernhardt" userId="f2333933-0b12-4d6e-972f-f87625423892" providerId="ADAL" clId="{54BAB7D7-C378-4C4A-B0F8-9DF09AB8FC9C}"/>
    <pc:docChg chg="undo custSel addSld delSld modSld modMainMaster">
      <pc:chgData name="Peter Bernhardt" userId="f2333933-0b12-4d6e-972f-f87625423892" providerId="ADAL" clId="{54BAB7D7-C378-4C4A-B0F8-9DF09AB8FC9C}" dt="2026-03-18T17:52:00.811" v="796" actId="14100"/>
      <pc:docMkLst>
        <pc:docMk/>
      </pc:docMkLst>
      <pc:sldChg chg="addSp delSp modSp del mod chgLayout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56"/>
        </pc:sldMkLst>
        <pc:spChg chg="mod ord">
          <ac:chgData name="Peter Bernhardt" userId="f2333933-0b12-4d6e-972f-f87625423892" providerId="ADAL" clId="{54BAB7D7-C378-4C4A-B0F8-9DF09AB8FC9C}" dt="2026-03-18T17:15:04.664" v="428" actId="27636"/>
          <ac:spMkLst>
            <pc:docMk/>
            <pc:sldMk cId="0" sldId="256"/>
            <ac:spMk id="2" creationId="{00000000-0000-0000-0000-000000000000}"/>
          </ac:spMkLst>
        </pc:spChg>
        <pc:spChg chg="mod ord">
          <ac:chgData name="Peter Bernhardt" userId="f2333933-0b12-4d6e-972f-f87625423892" providerId="ADAL" clId="{54BAB7D7-C378-4C4A-B0F8-9DF09AB8FC9C}" dt="2026-03-18T17:15:14.733" v="430" actId="20577"/>
          <ac:spMkLst>
            <pc:docMk/>
            <pc:sldMk cId="0" sldId="256"/>
            <ac:spMk id="3" creationId="{00000000-0000-0000-0000-000000000000}"/>
          </ac:spMkLst>
        </pc:spChg>
        <pc:spChg chg="mod ord">
          <ac:chgData name="Peter Bernhardt" userId="f2333933-0b12-4d6e-972f-f87625423892" providerId="ADAL" clId="{54BAB7D7-C378-4C4A-B0F8-9DF09AB8FC9C}" dt="2026-03-18T17:15:04.648" v="426" actId="6264"/>
          <ac:spMkLst>
            <pc:docMk/>
            <pc:sldMk cId="0" sldId="256"/>
            <ac:spMk id="4" creationId="{00000000-0000-0000-0000-000000000000}"/>
          </ac:spMkLst>
        </pc:spChg>
        <pc:spChg chg="add del mod">
          <ac:chgData name="Peter Bernhardt" userId="f2333933-0b12-4d6e-972f-f87625423892" providerId="ADAL" clId="{54BAB7D7-C378-4C4A-B0F8-9DF09AB8FC9C}" dt="2026-03-18T17:15:04.648" v="426" actId="6264"/>
          <ac:spMkLst>
            <pc:docMk/>
            <pc:sldMk cId="0" sldId="256"/>
            <ac:spMk id="5" creationId="{864F6E31-2BAA-17E0-3806-D6A2E0187B87}"/>
          </ac:spMkLst>
        </pc:spChg>
        <pc:spChg chg="add del mod">
          <ac:chgData name="Peter Bernhardt" userId="f2333933-0b12-4d6e-972f-f87625423892" providerId="ADAL" clId="{54BAB7D7-C378-4C4A-B0F8-9DF09AB8FC9C}" dt="2026-03-18T17:15:04.648" v="426" actId="6264"/>
          <ac:spMkLst>
            <pc:docMk/>
            <pc:sldMk cId="0" sldId="256"/>
            <ac:spMk id="6" creationId="{1373D5EF-DAC2-0EF9-BEB5-5E7CD8C1B191}"/>
          </ac:spMkLst>
        </pc:spChg>
        <pc:spChg chg="add del mod">
          <ac:chgData name="Peter Bernhardt" userId="f2333933-0b12-4d6e-972f-f87625423892" providerId="ADAL" clId="{54BAB7D7-C378-4C4A-B0F8-9DF09AB8FC9C}" dt="2026-03-18T17:15:04.648" v="426" actId="6264"/>
          <ac:spMkLst>
            <pc:docMk/>
            <pc:sldMk cId="0" sldId="256"/>
            <ac:spMk id="7" creationId="{D6BD83D8-C692-9D2F-2278-6266ACF55A74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57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57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229" v="81" actId="27636"/>
          <ac:spMkLst>
            <pc:docMk/>
            <pc:sldMk cId="0" sldId="257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58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58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261" v="82" actId="27636"/>
          <ac:spMkLst>
            <pc:docMk/>
            <pc:sldMk cId="0" sldId="258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59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59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267" v="83" actId="27636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del mod setBg delDesignElem chgLayout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60"/>
        </pc:sldMkLst>
        <pc:spChg chg="mod ord">
          <ac:chgData name="Peter Bernhardt" userId="f2333933-0b12-4d6e-972f-f87625423892" providerId="ADAL" clId="{54BAB7D7-C378-4C4A-B0F8-9DF09AB8FC9C}" dt="2026-03-18T17:15:26.880" v="432" actId="14100"/>
          <ac:spMkLst>
            <pc:docMk/>
            <pc:sldMk cId="0" sldId="260"/>
            <ac:spMk id="2" creationId="{00000000-0000-0000-0000-000000000000}"/>
          </ac:spMkLst>
        </pc:spChg>
        <pc:spChg chg="add del mod ord">
          <ac:chgData name="Peter Bernhardt" userId="f2333933-0b12-4d6e-972f-f87625423892" providerId="ADAL" clId="{54BAB7D7-C378-4C4A-B0F8-9DF09AB8FC9C}" dt="2026-03-18T16:45:20.814" v="288" actId="700"/>
          <ac:spMkLst>
            <pc:docMk/>
            <pc:sldMk cId="0" sldId="260"/>
            <ac:spMk id="3" creationId="{15AAAF13-54EE-43B2-D37D-5013DA7AD876}"/>
          </ac:spMkLst>
        </pc:spChg>
        <pc:spChg chg="add del mod ord">
          <ac:chgData name="Peter Bernhardt" userId="f2333933-0b12-4d6e-972f-f87625423892" providerId="ADAL" clId="{54BAB7D7-C378-4C4A-B0F8-9DF09AB8FC9C}" dt="2026-03-18T16:46:50.036" v="297" actId="700"/>
          <ac:spMkLst>
            <pc:docMk/>
            <pc:sldMk cId="0" sldId="260"/>
            <ac:spMk id="4" creationId="{2BF60E54-56CF-69C5-C78E-EA7C230DD1A7}"/>
          </ac:spMkLst>
        </pc:spChg>
        <pc:spChg chg="add del mod ord">
          <ac:chgData name="Peter Bernhardt" userId="f2333933-0b12-4d6e-972f-f87625423892" providerId="ADAL" clId="{54BAB7D7-C378-4C4A-B0F8-9DF09AB8FC9C}" dt="2026-03-18T16:47:08.173" v="301" actId="6264"/>
          <ac:spMkLst>
            <pc:docMk/>
            <pc:sldMk cId="0" sldId="260"/>
            <ac:spMk id="5" creationId="{460AF33A-DD44-200F-314D-2C0E800840E6}"/>
          </ac:spMkLst>
        </pc:spChg>
        <pc:spChg chg="add del mod">
          <ac:chgData name="Peter Bernhardt" userId="f2333933-0b12-4d6e-972f-f87625423892" providerId="ADAL" clId="{54BAB7D7-C378-4C4A-B0F8-9DF09AB8FC9C}" dt="2026-03-18T16:47:08.173" v="301" actId="6264"/>
          <ac:spMkLst>
            <pc:docMk/>
            <pc:sldMk cId="0" sldId="260"/>
            <ac:spMk id="6" creationId="{395C5F83-BD03-5556-D8B2-EAF5435BCDB0}"/>
          </ac:spMkLst>
        </pc:spChg>
        <pc:spChg chg="add del mod ord">
          <ac:chgData name="Peter Bernhardt" userId="f2333933-0b12-4d6e-972f-f87625423892" providerId="ADAL" clId="{54BAB7D7-C378-4C4A-B0F8-9DF09AB8FC9C}" dt="2026-03-18T17:15:21.818" v="431" actId="6264"/>
          <ac:spMkLst>
            <pc:docMk/>
            <pc:sldMk cId="0" sldId="260"/>
            <ac:spMk id="7" creationId="{4EC73281-620F-F720-0EBD-2FE38FD221AB}"/>
          </ac:spMkLst>
        </pc:spChg>
        <pc:spChg chg="add del">
          <ac:chgData name="Peter Bernhardt" userId="f2333933-0b12-4d6e-972f-f87625423892" providerId="ADAL" clId="{54BAB7D7-C378-4C4A-B0F8-9DF09AB8FC9C}" dt="2026-03-18T16:45:20.814" v="288" actId="700"/>
          <ac:spMkLst>
            <pc:docMk/>
            <pc:sldMk cId="0" sldId="260"/>
            <ac:spMk id="8" creationId="{EB8A1B5F-0801-4AFF-A489-335B6A851FF4}"/>
          </ac:spMkLst>
        </pc:spChg>
        <pc:spChg chg="add del mod">
          <ac:chgData name="Peter Bernhardt" userId="f2333933-0b12-4d6e-972f-f87625423892" providerId="ADAL" clId="{54BAB7D7-C378-4C4A-B0F8-9DF09AB8FC9C}" dt="2026-03-18T17:15:21.818" v="431" actId="6264"/>
          <ac:spMkLst>
            <pc:docMk/>
            <pc:sldMk cId="0" sldId="260"/>
            <ac:spMk id="9" creationId="{7311CE1B-E5BD-CF3E-86C3-F754B64230EE}"/>
          </ac:spMkLst>
        </pc:spChg>
        <pc:spChg chg="add del">
          <ac:chgData name="Peter Bernhardt" userId="f2333933-0b12-4d6e-972f-f87625423892" providerId="ADAL" clId="{54BAB7D7-C378-4C4A-B0F8-9DF09AB8FC9C}" dt="2026-03-18T16:45:20.814" v="288" actId="700"/>
          <ac:spMkLst>
            <pc:docMk/>
            <pc:sldMk cId="0" sldId="260"/>
            <ac:spMk id="10" creationId="{06201B52-6441-4DBA-BACE-2359775817CE}"/>
          </ac:spMkLst>
        </pc:spChg>
        <pc:spChg chg="add mod ord">
          <ac:chgData name="Peter Bernhardt" userId="f2333933-0b12-4d6e-972f-f87625423892" providerId="ADAL" clId="{54BAB7D7-C378-4C4A-B0F8-9DF09AB8FC9C}" dt="2026-03-18T17:15:21.818" v="431" actId="6264"/>
          <ac:spMkLst>
            <pc:docMk/>
            <pc:sldMk cId="0" sldId="260"/>
            <ac:spMk id="11" creationId="{8F3127DF-8214-64CE-298A-497397B6CAB2}"/>
          </ac:spMkLst>
        </pc:spChg>
        <pc:spChg chg="add del">
          <ac:chgData name="Peter Bernhardt" userId="f2333933-0b12-4d6e-972f-f87625423892" providerId="ADAL" clId="{54BAB7D7-C378-4C4A-B0F8-9DF09AB8FC9C}" dt="2026-03-18T16:45:20.814" v="288" actId="700"/>
          <ac:spMkLst>
            <pc:docMk/>
            <pc:sldMk cId="0" sldId="260"/>
            <ac:spMk id="14" creationId="{FBDCECDC-EEE3-4128-AA5E-82A8C08796E8}"/>
          </ac:spMkLst>
        </pc:spChg>
        <pc:spChg chg="add del">
          <ac:chgData name="Peter Bernhardt" userId="f2333933-0b12-4d6e-972f-f87625423892" providerId="ADAL" clId="{54BAB7D7-C378-4C4A-B0F8-9DF09AB8FC9C}" dt="2026-03-18T16:45:20.814" v="288" actId="700"/>
          <ac:spMkLst>
            <pc:docMk/>
            <pc:sldMk cId="0" sldId="260"/>
            <ac:spMk id="16" creationId="{1F3985C0-E548-44D2-B30E-F3E42DADE133}"/>
          </ac:spMkLst>
        </pc:spChg>
        <pc:spChg chg="add del">
          <ac:chgData name="Peter Bernhardt" userId="f2333933-0b12-4d6e-972f-f87625423892" providerId="ADAL" clId="{54BAB7D7-C378-4C4A-B0F8-9DF09AB8FC9C}" dt="2026-03-18T16:45:20.814" v="288" actId="700"/>
          <ac:spMkLst>
            <pc:docMk/>
            <pc:sldMk cId="0" sldId="260"/>
            <ac:spMk id="18" creationId="{4260EDE0-989C-4E16-AF94-F652294D828E}"/>
          </ac:spMkLst>
        </pc:spChg>
        <pc:cxnChg chg="add del">
          <ac:chgData name="Peter Bernhardt" userId="f2333933-0b12-4d6e-972f-f87625423892" providerId="ADAL" clId="{54BAB7D7-C378-4C4A-B0F8-9DF09AB8FC9C}" dt="2026-03-18T16:45:20.814" v="288" actId="700"/>
          <ac:cxnSpMkLst>
            <pc:docMk/>
            <pc:sldMk cId="0" sldId="260"/>
            <ac:cxnSpMk id="12" creationId="{89DF3DBB-17DD-4058-A944-5578E18A031E}"/>
          </ac:cxnSpMkLst>
        </pc:cxn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61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61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277" v="85" actId="27636"/>
          <ac:spMkLst>
            <pc:docMk/>
            <pc:sldMk cId="0" sldId="261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62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62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277" v="86" actId="27636"/>
          <ac:spMkLst>
            <pc:docMk/>
            <pc:sldMk cId="0" sldId="262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63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63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292" v="87" actId="27636"/>
          <ac:spMkLst>
            <pc:docMk/>
            <pc:sldMk cId="0" sldId="263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64"/>
        </pc:sldMkLst>
        <pc:spChg chg="mod">
          <ac:chgData name="Peter Bernhardt" userId="f2333933-0b12-4d6e-972f-f87625423892" providerId="ADAL" clId="{54BAB7D7-C378-4C4A-B0F8-9DF09AB8FC9C}" dt="2026-03-18T16:41:22.087" v="209" actId="14100"/>
          <ac:spMkLst>
            <pc:docMk/>
            <pc:sldMk cId="0" sldId="264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7:22:43.779" v="463" actId="207"/>
          <ac:spMkLst>
            <pc:docMk/>
            <pc:sldMk cId="0" sldId="264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65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65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308" v="90" actId="27636"/>
          <ac:spMkLst>
            <pc:docMk/>
            <pc:sldMk cId="0" sldId="265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66"/>
        </pc:sldMkLst>
        <pc:spChg chg="mod">
          <ac:chgData name="Peter Bernhardt" userId="f2333933-0b12-4d6e-972f-f87625423892" providerId="ADAL" clId="{54BAB7D7-C378-4C4A-B0F8-9DF09AB8FC9C}" dt="2026-03-18T16:39:28.308" v="91" actId="27636"/>
          <ac:spMkLst>
            <pc:docMk/>
            <pc:sldMk cId="0" sldId="266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308" v="92" actId="27636"/>
          <ac:spMkLst>
            <pc:docMk/>
            <pc:sldMk cId="0" sldId="266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67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67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325" v="93" actId="27636"/>
          <ac:spMkLst>
            <pc:docMk/>
            <pc:sldMk cId="0" sldId="267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68"/>
        </pc:sldMkLst>
        <pc:spChg chg="mod">
          <ac:chgData name="Peter Bernhardt" userId="f2333933-0b12-4d6e-972f-f87625423892" providerId="ADAL" clId="{54BAB7D7-C378-4C4A-B0F8-9DF09AB8FC9C}" dt="2026-03-18T16:39:28.333" v="95" actId="27636"/>
          <ac:spMkLst>
            <pc:docMk/>
            <pc:sldMk cId="0" sldId="268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332" v="94" actId="27636"/>
          <ac:spMkLst>
            <pc:docMk/>
            <pc:sldMk cId="0" sldId="268"/>
            <ac:spMk id="3" creationId="{00000000-0000-0000-0000-000000000000}"/>
          </ac:spMkLst>
        </pc:spChg>
      </pc:sldChg>
      <pc:sldChg chg="addSp delSp modSp del mod setBg delDesignElem chgLayout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69"/>
        </pc:sldMkLst>
        <pc:spChg chg="mod ord">
          <ac:chgData name="Peter Bernhardt" userId="f2333933-0b12-4d6e-972f-f87625423892" providerId="ADAL" clId="{54BAB7D7-C378-4C4A-B0F8-9DF09AB8FC9C}" dt="2026-03-18T17:15:30.999" v="433" actId="6264"/>
          <ac:spMkLst>
            <pc:docMk/>
            <pc:sldMk cId="0" sldId="269"/>
            <ac:spMk id="2" creationId="{00000000-0000-0000-0000-000000000000}"/>
          </ac:spMkLst>
        </pc:spChg>
        <pc:spChg chg="add del mod ord">
          <ac:chgData name="Peter Bernhardt" userId="f2333933-0b12-4d6e-972f-f87625423892" providerId="ADAL" clId="{54BAB7D7-C378-4C4A-B0F8-9DF09AB8FC9C}" dt="2026-03-18T16:46:34.265" v="294" actId="700"/>
          <ac:spMkLst>
            <pc:docMk/>
            <pc:sldMk cId="0" sldId="269"/>
            <ac:spMk id="3" creationId="{19AD92D7-A542-E8D7-97BC-158B9474374B}"/>
          </ac:spMkLst>
        </pc:spChg>
        <pc:spChg chg="add del mod ord">
          <ac:chgData name="Peter Bernhardt" userId="f2333933-0b12-4d6e-972f-f87625423892" providerId="ADAL" clId="{54BAB7D7-C378-4C4A-B0F8-9DF09AB8FC9C}" dt="2026-03-18T16:46:58.112" v="298" actId="6264"/>
          <ac:spMkLst>
            <pc:docMk/>
            <pc:sldMk cId="0" sldId="269"/>
            <ac:spMk id="4" creationId="{F402EB27-1766-EC25-F2E9-E25A9A74C9A6}"/>
          </ac:spMkLst>
        </pc:spChg>
        <pc:spChg chg="add del mod">
          <ac:chgData name="Peter Bernhardt" userId="f2333933-0b12-4d6e-972f-f87625423892" providerId="ADAL" clId="{54BAB7D7-C378-4C4A-B0F8-9DF09AB8FC9C}" dt="2026-03-18T16:46:58.112" v="298" actId="6264"/>
          <ac:spMkLst>
            <pc:docMk/>
            <pc:sldMk cId="0" sldId="269"/>
            <ac:spMk id="6" creationId="{1F150884-F75D-44F1-4705-C6EBE6FDA276}"/>
          </ac:spMkLst>
        </pc:spChg>
        <pc:spChg chg="add del mod ord">
          <ac:chgData name="Peter Bernhardt" userId="f2333933-0b12-4d6e-972f-f87625423892" providerId="ADAL" clId="{54BAB7D7-C378-4C4A-B0F8-9DF09AB8FC9C}" dt="2026-03-18T16:47:01.269" v="300" actId="700"/>
          <ac:spMkLst>
            <pc:docMk/>
            <pc:sldMk cId="0" sldId="269"/>
            <ac:spMk id="7" creationId="{D7F42379-8D7C-6359-8666-CF903DA8421C}"/>
          </ac:spMkLst>
        </pc:spChg>
        <pc:spChg chg="add del mod ord">
          <ac:chgData name="Peter Bernhardt" userId="f2333933-0b12-4d6e-972f-f87625423892" providerId="ADAL" clId="{54BAB7D7-C378-4C4A-B0F8-9DF09AB8FC9C}" dt="2026-03-18T17:15:30.999" v="433" actId="6264"/>
          <ac:spMkLst>
            <pc:docMk/>
            <pc:sldMk cId="0" sldId="269"/>
            <ac:spMk id="8" creationId="{6B4C4B3D-D383-F075-7F5D-E818D1FE8C31}"/>
          </ac:spMkLst>
        </pc:spChg>
        <pc:spChg chg="add del">
          <ac:chgData name="Peter Bernhardt" userId="f2333933-0b12-4d6e-972f-f87625423892" providerId="ADAL" clId="{54BAB7D7-C378-4C4A-B0F8-9DF09AB8FC9C}" dt="2026-03-18T16:46:34.265" v="294" actId="700"/>
          <ac:spMkLst>
            <pc:docMk/>
            <pc:sldMk cId="0" sldId="269"/>
            <ac:spMk id="9" creationId="{D829E218-74FB-4455-98BE-F2C5BA8978BE}"/>
          </ac:spMkLst>
        </pc:spChg>
        <pc:spChg chg="add del mod">
          <ac:chgData name="Peter Bernhardt" userId="f2333933-0b12-4d6e-972f-f87625423892" providerId="ADAL" clId="{54BAB7D7-C378-4C4A-B0F8-9DF09AB8FC9C}" dt="2026-03-18T17:15:30.999" v="433" actId="6264"/>
          <ac:spMkLst>
            <pc:docMk/>
            <pc:sldMk cId="0" sldId="269"/>
            <ac:spMk id="10" creationId="{3E0CF35C-F0EB-1270-E47D-6AB23AF89F07}"/>
          </ac:spMkLst>
        </pc:spChg>
        <pc:spChg chg="add del">
          <ac:chgData name="Peter Bernhardt" userId="f2333933-0b12-4d6e-972f-f87625423892" providerId="ADAL" clId="{54BAB7D7-C378-4C4A-B0F8-9DF09AB8FC9C}" dt="2026-03-18T16:46:34.265" v="294" actId="700"/>
          <ac:spMkLst>
            <pc:docMk/>
            <pc:sldMk cId="0" sldId="269"/>
            <ac:spMk id="11" creationId="{7E8D75FD-D4F9-4D11-B70D-82EFCB4CFA5B}"/>
          </ac:spMkLst>
        </pc:spChg>
        <pc:spChg chg="add mod ord">
          <ac:chgData name="Peter Bernhardt" userId="f2333933-0b12-4d6e-972f-f87625423892" providerId="ADAL" clId="{54BAB7D7-C378-4C4A-B0F8-9DF09AB8FC9C}" dt="2026-03-18T17:15:30.999" v="433" actId="6264"/>
          <ac:spMkLst>
            <pc:docMk/>
            <pc:sldMk cId="0" sldId="269"/>
            <ac:spMk id="12" creationId="{CF703DD4-0F5C-5E36-561C-DE7602282BCB}"/>
          </ac:spMkLst>
        </pc:spChg>
        <pc:spChg chg="add del">
          <ac:chgData name="Peter Bernhardt" userId="f2333933-0b12-4d6e-972f-f87625423892" providerId="ADAL" clId="{54BAB7D7-C378-4C4A-B0F8-9DF09AB8FC9C}" dt="2026-03-18T16:46:34.265" v="294" actId="700"/>
          <ac:spMkLst>
            <pc:docMk/>
            <pc:sldMk cId="0" sldId="269"/>
            <ac:spMk id="15" creationId="{A9286AD2-18A9-4868-A4E3-7A2097A20810}"/>
          </ac:spMkLst>
        </pc:spChg>
        <pc:picChg chg="add del">
          <ac:chgData name="Peter Bernhardt" userId="f2333933-0b12-4d6e-972f-f87625423892" providerId="ADAL" clId="{54BAB7D7-C378-4C4A-B0F8-9DF09AB8FC9C}" dt="2026-03-18T16:46:37.226" v="296" actId="478"/>
          <ac:picMkLst>
            <pc:docMk/>
            <pc:sldMk cId="0" sldId="269"/>
            <ac:picMk id="5" creationId="{77BD201C-1A67-DEAB-6901-F52FB64DCE15}"/>
          </ac:picMkLst>
        </pc:picChg>
        <pc:cxnChg chg="add del">
          <ac:chgData name="Peter Bernhardt" userId="f2333933-0b12-4d6e-972f-f87625423892" providerId="ADAL" clId="{54BAB7D7-C378-4C4A-B0F8-9DF09AB8FC9C}" dt="2026-03-18T16:46:34.265" v="294" actId="700"/>
          <ac:cxnSpMkLst>
            <pc:docMk/>
            <pc:sldMk cId="0" sldId="269"/>
            <ac:cxnSpMk id="13" creationId="{1F5DC8C3-BA5F-4EED-BB9A-A14272BD82A1}"/>
          </ac:cxnSpMkLst>
        </pc:cxnChg>
        <pc:cxnChg chg="add del">
          <ac:chgData name="Peter Bernhardt" userId="f2333933-0b12-4d6e-972f-f87625423892" providerId="ADAL" clId="{54BAB7D7-C378-4C4A-B0F8-9DF09AB8FC9C}" dt="2026-03-18T16:46:34.265" v="294" actId="700"/>
          <ac:cxnSpMkLst>
            <pc:docMk/>
            <pc:sldMk cId="0" sldId="269"/>
            <ac:cxnSpMk id="17" creationId="{E7A7CD63-7EC3-44F3-95D0-595C4019FF24}"/>
          </ac:cxnSpMkLst>
        </pc:cxn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70"/>
        </pc:sldMkLst>
        <pc:spChg chg="mod">
          <ac:chgData name="Peter Bernhardt" userId="f2333933-0b12-4d6e-972f-f87625423892" providerId="ADAL" clId="{54BAB7D7-C378-4C4A-B0F8-9DF09AB8FC9C}" dt="2026-03-18T16:41:22.087" v="209" actId="14100"/>
          <ac:spMkLst>
            <pc:docMk/>
            <pc:sldMk cId="0" sldId="270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340" v="97" actId="27636"/>
          <ac:spMkLst>
            <pc:docMk/>
            <pc:sldMk cId="0" sldId="270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71"/>
        </pc:sldMkLst>
        <pc:spChg chg="mod">
          <ac:chgData name="Peter Bernhardt" userId="f2333933-0b12-4d6e-972f-f87625423892" providerId="ADAL" clId="{54BAB7D7-C378-4C4A-B0F8-9DF09AB8FC9C}" dt="2026-03-18T16:39:28.342" v="100" actId="27636"/>
          <ac:spMkLst>
            <pc:docMk/>
            <pc:sldMk cId="0" sldId="271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342" v="99" actId="27636"/>
          <ac:spMkLst>
            <pc:docMk/>
            <pc:sldMk cId="0" sldId="271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72"/>
        </pc:sldMkLst>
        <pc:spChg chg="mod">
          <ac:chgData name="Peter Bernhardt" userId="f2333933-0b12-4d6e-972f-f87625423892" providerId="ADAL" clId="{54BAB7D7-C378-4C4A-B0F8-9DF09AB8FC9C}" dt="2026-03-18T16:41:22.087" v="209" actId="14100"/>
          <ac:spMkLst>
            <pc:docMk/>
            <pc:sldMk cId="0" sldId="272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358" v="101" actId="27636"/>
          <ac:spMkLst>
            <pc:docMk/>
            <pc:sldMk cId="0" sldId="272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73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73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783" v="103" actId="27636"/>
          <ac:spMkLst>
            <pc:docMk/>
            <pc:sldMk cId="0" sldId="273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74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74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791" v="104" actId="27636"/>
          <ac:spMkLst>
            <pc:docMk/>
            <pc:sldMk cId="0" sldId="274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75"/>
        </pc:sldMkLst>
        <pc:spChg chg="mod">
          <ac:chgData name="Peter Bernhardt" userId="f2333933-0b12-4d6e-972f-f87625423892" providerId="ADAL" clId="{54BAB7D7-C378-4C4A-B0F8-9DF09AB8FC9C}" dt="2026-03-18T16:39:28.804" v="106" actId="27636"/>
          <ac:spMkLst>
            <pc:docMk/>
            <pc:sldMk cId="0" sldId="275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802" v="105" actId="27636"/>
          <ac:spMkLst>
            <pc:docMk/>
            <pc:sldMk cId="0" sldId="275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76"/>
        </pc:sldMkLst>
        <pc:spChg chg="mod">
          <ac:chgData name="Peter Bernhardt" userId="f2333933-0b12-4d6e-972f-f87625423892" providerId="ADAL" clId="{54BAB7D7-C378-4C4A-B0F8-9DF09AB8FC9C}" dt="2026-03-18T16:39:28.807" v="107" actId="27636"/>
          <ac:spMkLst>
            <pc:docMk/>
            <pc:sldMk cId="0" sldId="276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807" v="108" actId="27636"/>
          <ac:spMkLst>
            <pc:docMk/>
            <pc:sldMk cId="0" sldId="276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77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77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807" v="109" actId="27636"/>
          <ac:spMkLst>
            <pc:docMk/>
            <pc:sldMk cId="0" sldId="277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78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78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830" v="110" actId="27636"/>
          <ac:spMkLst>
            <pc:docMk/>
            <pc:sldMk cId="0" sldId="278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79"/>
        </pc:sldMkLst>
        <pc:spChg chg="mod">
          <ac:chgData name="Peter Bernhardt" userId="f2333933-0b12-4d6e-972f-f87625423892" providerId="ADAL" clId="{54BAB7D7-C378-4C4A-B0F8-9DF09AB8FC9C}" dt="2026-03-18T16:39:28.832" v="111" actId="27636"/>
          <ac:spMkLst>
            <pc:docMk/>
            <pc:sldMk cId="0" sldId="279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839" v="112" actId="27636"/>
          <ac:spMkLst>
            <pc:docMk/>
            <pc:sldMk cId="0" sldId="279"/>
            <ac:spMk id="3" creationId="{00000000-0000-0000-0000-000000000000}"/>
          </ac:spMkLst>
        </pc:spChg>
      </pc:sldChg>
      <pc:sldChg chg="addSp modSp del mod chgLayout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80"/>
        </pc:sldMkLst>
        <pc:spChg chg="mod ord">
          <ac:chgData name="Peter Bernhardt" userId="f2333933-0b12-4d6e-972f-f87625423892" providerId="ADAL" clId="{54BAB7D7-C378-4C4A-B0F8-9DF09AB8FC9C}" dt="2026-03-18T16:47:36.106" v="303" actId="700"/>
          <ac:spMkLst>
            <pc:docMk/>
            <pc:sldMk cId="0" sldId="280"/>
            <ac:spMk id="2" creationId="{00000000-0000-0000-0000-000000000000}"/>
          </ac:spMkLst>
        </pc:spChg>
        <pc:spChg chg="add mod ord">
          <ac:chgData name="Peter Bernhardt" userId="f2333933-0b12-4d6e-972f-f87625423892" providerId="ADAL" clId="{54BAB7D7-C378-4C4A-B0F8-9DF09AB8FC9C}" dt="2026-03-18T16:47:36.106" v="303" actId="700"/>
          <ac:spMkLst>
            <pc:docMk/>
            <pc:sldMk cId="0" sldId="280"/>
            <ac:spMk id="3" creationId="{3FAF18B2-91AD-12FF-8DD6-25B1AA052EAF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81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81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849" v="114" actId="27636"/>
          <ac:spMkLst>
            <pc:docMk/>
            <pc:sldMk cId="0" sldId="281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82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82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858" v="115" actId="27636"/>
          <ac:spMkLst>
            <pc:docMk/>
            <pc:sldMk cId="0" sldId="282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83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83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866" v="116" actId="27636"/>
          <ac:spMkLst>
            <pc:docMk/>
            <pc:sldMk cId="0" sldId="283"/>
            <ac:spMk id="3" creationId="{00000000-0000-0000-0000-000000000000}"/>
          </ac:spMkLst>
        </pc:spChg>
      </pc:sldChg>
      <pc:sldChg chg="addSp 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84"/>
        </pc:sldMkLst>
        <pc:spChg chg="mod">
          <ac:chgData name="Peter Bernhardt" userId="f2333933-0b12-4d6e-972f-f87625423892" providerId="ADAL" clId="{54BAB7D7-C378-4C4A-B0F8-9DF09AB8FC9C}" dt="2026-03-18T16:39:28.869" v="117" actId="27636"/>
          <ac:spMkLst>
            <pc:docMk/>
            <pc:sldMk cId="0" sldId="284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7:16:09.844" v="437" actId="27636"/>
          <ac:spMkLst>
            <pc:docMk/>
            <pc:sldMk cId="0" sldId="284"/>
            <ac:spMk id="3" creationId="{00000000-0000-0000-0000-000000000000}"/>
          </ac:spMkLst>
        </pc:spChg>
        <pc:picChg chg="add mod modCrop">
          <ac:chgData name="Peter Bernhardt" userId="f2333933-0b12-4d6e-972f-f87625423892" providerId="ADAL" clId="{54BAB7D7-C378-4C4A-B0F8-9DF09AB8FC9C}" dt="2026-03-18T17:09:03.973" v="348" actId="1076"/>
          <ac:picMkLst>
            <pc:docMk/>
            <pc:sldMk cId="0" sldId="284"/>
            <ac:picMk id="5" creationId="{31A5285D-914E-FA7D-F134-3B80DA4843CE}"/>
          </ac:picMkLst>
        </pc:pic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85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85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869" v="119" actId="27636"/>
          <ac:spMkLst>
            <pc:docMk/>
            <pc:sldMk cId="0" sldId="285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86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86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887" v="120" actId="27636"/>
          <ac:spMkLst>
            <pc:docMk/>
            <pc:sldMk cId="0" sldId="286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87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87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899" v="121" actId="27636"/>
          <ac:spMkLst>
            <pc:docMk/>
            <pc:sldMk cId="0" sldId="287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88"/>
        </pc:sldMkLst>
        <pc:spChg chg="mod">
          <ac:chgData name="Peter Bernhardt" userId="f2333933-0b12-4d6e-972f-f87625423892" providerId="ADAL" clId="{54BAB7D7-C378-4C4A-B0F8-9DF09AB8FC9C}" dt="2026-03-18T16:39:28.904" v="122" actId="27636"/>
          <ac:spMkLst>
            <pc:docMk/>
            <pc:sldMk cId="0" sldId="288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910" v="123" actId="27636"/>
          <ac:spMkLst>
            <pc:docMk/>
            <pc:sldMk cId="0" sldId="288"/>
            <ac:spMk id="3" creationId="{00000000-0000-0000-0000-000000000000}"/>
          </ac:spMkLst>
        </pc:spChg>
      </pc:sldChg>
      <pc:sldChg chg="addSp modSp del mod chgLayout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89"/>
        </pc:sldMkLst>
        <pc:spChg chg="mod ord">
          <ac:chgData name="Peter Bernhardt" userId="f2333933-0b12-4d6e-972f-f87625423892" providerId="ADAL" clId="{54BAB7D7-C378-4C4A-B0F8-9DF09AB8FC9C}" dt="2026-03-18T16:47:51.791" v="304" actId="700"/>
          <ac:spMkLst>
            <pc:docMk/>
            <pc:sldMk cId="0" sldId="289"/>
            <ac:spMk id="2" creationId="{00000000-0000-0000-0000-000000000000}"/>
          </ac:spMkLst>
        </pc:spChg>
        <pc:spChg chg="add mod ord">
          <ac:chgData name="Peter Bernhardt" userId="f2333933-0b12-4d6e-972f-f87625423892" providerId="ADAL" clId="{54BAB7D7-C378-4C4A-B0F8-9DF09AB8FC9C}" dt="2026-03-18T16:47:51.791" v="304" actId="700"/>
          <ac:spMkLst>
            <pc:docMk/>
            <pc:sldMk cId="0" sldId="289"/>
            <ac:spMk id="3" creationId="{2C79806A-06EA-A213-011E-BFD782E8231D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90"/>
        </pc:sldMkLst>
        <pc:spChg chg="mod">
          <ac:chgData name="Peter Bernhardt" userId="f2333933-0b12-4d6e-972f-f87625423892" providerId="ADAL" clId="{54BAB7D7-C378-4C4A-B0F8-9DF09AB8FC9C}" dt="2026-03-18T16:41:22.087" v="209" actId="14100"/>
          <ac:spMkLst>
            <pc:docMk/>
            <pc:sldMk cId="0" sldId="290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921" v="126" actId="27636"/>
          <ac:spMkLst>
            <pc:docMk/>
            <pc:sldMk cId="0" sldId="290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91"/>
        </pc:sldMkLst>
        <pc:spChg chg="mod">
          <ac:chgData name="Peter Bernhardt" userId="f2333933-0b12-4d6e-972f-f87625423892" providerId="ADAL" clId="{54BAB7D7-C378-4C4A-B0F8-9DF09AB8FC9C}" dt="2026-03-18T16:39:28.927" v="127" actId="27636"/>
          <ac:spMkLst>
            <pc:docMk/>
            <pc:sldMk cId="0" sldId="291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931" v="128" actId="27636"/>
          <ac:spMkLst>
            <pc:docMk/>
            <pc:sldMk cId="0" sldId="291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92"/>
        </pc:sldMkLst>
        <pc:spChg chg="mod">
          <ac:chgData name="Peter Bernhardt" userId="f2333933-0b12-4d6e-972f-f87625423892" providerId="ADAL" clId="{54BAB7D7-C378-4C4A-B0F8-9DF09AB8FC9C}" dt="2026-03-18T16:39:28.933" v="130" actId="27636"/>
          <ac:spMkLst>
            <pc:docMk/>
            <pc:sldMk cId="0" sldId="292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933" v="129" actId="27636"/>
          <ac:spMkLst>
            <pc:docMk/>
            <pc:sldMk cId="0" sldId="292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93"/>
        </pc:sldMkLst>
        <pc:spChg chg="mod">
          <ac:chgData name="Peter Bernhardt" userId="f2333933-0b12-4d6e-972f-f87625423892" providerId="ADAL" clId="{54BAB7D7-C378-4C4A-B0F8-9DF09AB8FC9C}" dt="2026-03-18T16:39:28.933" v="131" actId="27636"/>
          <ac:spMkLst>
            <pc:docMk/>
            <pc:sldMk cId="0" sldId="293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949" v="132" actId="27636"/>
          <ac:spMkLst>
            <pc:docMk/>
            <pc:sldMk cId="0" sldId="293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94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94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966" v="133" actId="27636"/>
          <ac:spMkLst>
            <pc:docMk/>
            <pc:sldMk cId="0" sldId="294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95"/>
        </pc:sldMkLst>
        <pc:spChg chg="mod">
          <ac:chgData name="Peter Bernhardt" userId="f2333933-0b12-4d6e-972f-f87625423892" providerId="ADAL" clId="{54BAB7D7-C378-4C4A-B0F8-9DF09AB8FC9C}" dt="2026-03-18T16:41:22.087" v="209" actId="14100"/>
          <ac:spMkLst>
            <pc:docMk/>
            <pc:sldMk cId="0" sldId="295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976" v="135" actId="27636"/>
          <ac:spMkLst>
            <pc:docMk/>
            <pc:sldMk cId="0" sldId="295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96"/>
        </pc:sldMkLst>
        <pc:spChg chg="mod">
          <ac:chgData name="Peter Bernhardt" userId="f2333933-0b12-4d6e-972f-f87625423892" providerId="ADAL" clId="{54BAB7D7-C378-4C4A-B0F8-9DF09AB8FC9C}" dt="2026-03-18T17:16:52.359" v="442" actId="20577"/>
          <ac:spMkLst>
            <pc:docMk/>
            <pc:sldMk cId="0" sldId="296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96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97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97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979" v="136" actId="27636"/>
          <ac:spMkLst>
            <pc:docMk/>
            <pc:sldMk cId="0" sldId="297"/>
            <ac:spMk id="3" creationId="{00000000-0000-0000-0000-000000000000}"/>
          </ac:spMkLst>
        </pc:spChg>
      </pc:sldChg>
      <pc:sldChg chg="modSp del mod modClrScheme chgLayout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298"/>
        </pc:sldMkLst>
        <pc:spChg chg="mod ord">
          <ac:chgData name="Peter Bernhardt" userId="f2333933-0b12-4d6e-972f-f87625423892" providerId="ADAL" clId="{54BAB7D7-C378-4C4A-B0F8-9DF09AB8FC9C}" dt="2026-03-18T17:02:45.579" v="309" actId="27636"/>
          <ac:spMkLst>
            <pc:docMk/>
            <pc:sldMk cId="0" sldId="298"/>
            <ac:spMk id="2" creationId="{00000000-0000-0000-0000-000000000000}"/>
          </ac:spMkLst>
        </pc:spChg>
        <pc:spChg chg="mod ord">
          <ac:chgData name="Peter Bernhardt" userId="f2333933-0b12-4d6e-972f-f87625423892" providerId="ADAL" clId="{54BAB7D7-C378-4C4A-B0F8-9DF09AB8FC9C}" dt="2026-03-18T17:04:06.022" v="330" actId="20577"/>
          <ac:spMkLst>
            <pc:docMk/>
            <pc:sldMk cId="0" sldId="298"/>
            <ac:spMk id="4" creationId="{00000000-0000-0000-0000-000000000000}"/>
          </ac:spMkLst>
        </pc:spChg>
        <pc:graphicFrameChg chg="mod ord modGraphic">
          <ac:chgData name="Peter Bernhardt" userId="f2333933-0b12-4d6e-972f-f87625423892" providerId="ADAL" clId="{54BAB7D7-C378-4C4A-B0F8-9DF09AB8FC9C}" dt="2026-03-18T17:03:47.041" v="317" actId="1076"/>
          <ac:graphicFrameMkLst>
            <pc:docMk/>
            <pc:sldMk cId="0" sldId="298"/>
            <ac:graphicFrameMk id="6" creationId="{00000000-0000-0000-0000-000000000000}"/>
          </ac:graphicFrameMkLst>
        </pc:graphicFrameChg>
      </pc:sldChg>
      <pc:sldChg chg="modSp del mod">
        <pc:chgData name="Peter Bernhardt" userId="f2333933-0b12-4d6e-972f-f87625423892" providerId="ADAL" clId="{54BAB7D7-C378-4C4A-B0F8-9DF09AB8FC9C}" dt="2026-03-18T17:04:17.363" v="331" actId="47"/>
        <pc:sldMkLst>
          <pc:docMk/>
          <pc:sldMk cId="0" sldId="299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99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300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300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994" v="138" actId="27636"/>
          <ac:spMkLst>
            <pc:docMk/>
            <pc:sldMk cId="0" sldId="300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301"/>
        </pc:sldMkLst>
        <pc:spChg chg="mod">
          <ac:chgData name="Peter Bernhardt" userId="f2333933-0b12-4d6e-972f-f87625423892" providerId="ADAL" clId="{54BAB7D7-C378-4C4A-B0F8-9DF09AB8FC9C}" dt="2026-03-18T16:41:22.087" v="209" actId="14100"/>
          <ac:spMkLst>
            <pc:docMk/>
            <pc:sldMk cId="0" sldId="301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9.008" v="140" actId="27636"/>
          <ac:spMkLst>
            <pc:docMk/>
            <pc:sldMk cId="0" sldId="301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302"/>
        </pc:sldMkLst>
        <pc:spChg chg="mod">
          <ac:chgData name="Peter Bernhardt" userId="f2333933-0b12-4d6e-972f-f87625423892" providerId="ADAL" clId="{54BAB7D7-C378-4C4A-B0F8-9DF09AB8FC9C}" dt="2026-03-18T16:39:29.012" v="141" actId="27636"/>
          <ac:spMkLst>
            <pc:docMk/>
            <pc:sldMk cId="0" sldId="302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9.014" v="142" actId="27636"/>
          <ac:spMkLst>
            <pc:docMk/>
            <pc:sldMk cId="0" sldId="302"/>
            <ac:spMk id="3" creationId="{00000000-0000-0000-0000-000000000000}"/>
          </ac:spMkLst>
        </pc:spChg>
      </pc:sldChg>
      <pc:sldChg chg="addSp delSp 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303"/>
        </pc:sldMkLst>
        <pc:spChg chg="mod">
          <ac:chgData name="Peter Bernhardt" userId="f2333933-0b12-4d6e-972f-f87625423892" providerId="ADAL" clId="{54BAB7D7-C378-4C4A-B0F8-9DF09AB8FC9C}" dt="2026-03-18T17:11:20.837" v="369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7:16:09.887" v="438" actId="27636"/>
          <ac:spMkLst>
            <pc:docMk/>
            <pc:sldMk cId="0" sldId="303"/>
            <ac:spMk id="3" creationId="{00000000-0000-0000-0000-000000000000}"/>
          </ac:spMkLst>
        </pc:spChg>
        <pc:grpChg chg="add mod">
          <ac:chgData name="Peter Bernhardt" userId="f2333933-0b12-4d6e-972f-f87625423892" providerId="ADAL" clId="{54BAB7D7-C378-4C4A-B0F8-9DF09AB8FC9C}" dt="2026-03-18T17:13:08.640" v="392" actId="14100"/>
          <ac:grpSpMkLst>
            <pc:docMk/>
            <pc:sldMk cId="0" sldId="303"/>
            <ac:grpSpMk id="10" creationId="{C8B658D4-67D0-EA1C-5507-2CCA466560CB}"/>
          </ac:grpSpMkLst>
        </pc:grpChg>
        <pc:picChg chg="add del mod">
          <ac:chgData name="Peter Bernhardt" userId="f2333933-0b12-4d6e-972f-f87625423892" providerId="ADAL" clId="{54BAB7D7-C378-4C4A-B0F8-9DF09AB8FC9C}" dt="2026-03-18T17:11:34.679" v="372" actId="478"/>
          <ac:picMkLst>
            <pc:docMk/>
            <pc:sldMk cId="0" sldId="303"/>
            <ac:picMk id="5" creationId="{4F912428-C8C8-1ADF-ED4F-3486638CF6B1}"/>
          </ac:picMkLst>
        </pc:picChg>
        <pc:picChg chg="add mod">
          <ac:chgData name="Peter Bernhardt" userId="f2333933-0b12-4d6e-972f-f87625423892" providerId="ADAL" clId="{54BAB7D7-C378-4C4A-B0F8-9DF09AB8FC9C}" dt="2026-03-18T17:12:24.161" v="381" actId="164"/>
          <ac:picMkLst>
            <pc:docMk/>
            <pc:sldMk cId="0" sldId="303"/>
            <ac:picMk id="7" creationId="{947B2390-B0EC-259F-930A-6900CD497B7D}"/>
          </ac:picMkLst>
        </pc:picChg>
        <pc:picChg chg="add mod">
          <ac:chgData name="Peter Bernhardt" userId="f2333933-0b12-4d6e-972f-f87625423892" providerId="ADAL" clId="{54BAB7D7-C378-4C4A-B0F8-9DF09AB8FC9C}" dt="2026-03-18T17:12:24.161" v="381" actId="164"/>
          <ac:picMkLst>
            <pc:docMk/>
            <pc:sldMk cId="0" sldId="303"/>
            <ac:picMk id="9" creationId="{C9D17E6C-6CEC-E98A-6B0B-52194B236241}"/>
          </ac:picMkLst>
        </pc:picChg>
      </pc:sldChg>
      <pc:sldChg chg="addSp modSp del mod chgLayout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304"/>
        </pc:sldMkLst>
        <pc:spChg chg="mod ord">
          <ac:chgData name="Peter Bernhardt" userId="f2333933-0b12-4d6e-972f-f87625423892" providerId="ADAL" clId="{54BAB7D7-C378-4C4A-B0F8-9DF09AB8FC9C}" dt="2026-03-18T16:48:06.705" v="306" actId="700"/>
          <ac:spMkLst>
            <pc:docMk/>
            <pc:sldMk cId="0" sldId="304"/>
            <ac:spMk id="2" creationId="{00000000-0000-0000-0000-000000000000}"/>
          </ac:spMkLst>
        </pc:spChg>
        <pc:spChg chg="add mod ord">
          <ac:chgData name="Peter Bernhardt" userId="f2333933-0b12-4d6e-972f-f87625423892" providerId="ADAL" clId="{54BAB7D7-C378-4C4A-B0F8-9DF09AB8FC9C}" dt="2026-03-18T16:48:06.705" v="306" actId="700"/>
          <ac:spMkLst>
            <pc:docMk/>
            <pc:sldMk cId="0" sldId="304"/>
            <ac:spMk id="3" creationId="{25E75BA3-E6A0-72F3-7B54-1EBCF166B9C6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305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305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9.041" v="146" actId="27636"/>
          <ac:spMkLst>
            <pc:docMk/>
            <pc:sldMk cId="0" sldId="305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306"/>
        </pc:sldMkLst>
        <pc:spChg chg="mod">
          <ac:chgData name="Peter Bernhardt" userId="f2333933-0b12-4d6e-972f-f87625423892" providerId="ADAL" clId="{54BAB7D7-C378-4C4A-B0F8-9DF09AB8FC9C}" dt="2026-03-18T16:39:29.043" v="147" actId="27636"/>
          <ac:spMkLst>
            <pc:docMk/>
            <pc:sldMk cId="0" sldId="306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9.055" v="148" actId="27636"/>
          <ac:spMkLst>
            <pc:docMk/>
            <pc:sldMk cId="0" sldId="306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307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307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7:14:02.058" v="402" actId="20577"/>
          <ac:spMkLst>
            <pc:docMk/>
            <pc:sldMk cId="0" sldId="307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308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308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9.174" v="150" actId="27636"/>
          <ac:spMkLst>
            <pc:docMk/>
            <pc:sldMk cId="0" sldId="308"/>
            <ac:spMk id="3" creationId="{00000000-0000-0000-0000-000000000000}"/>
          </ac:spMkLst>
        </pc:spChg>
      </pc:sldChg>
      <pc:sldChg chg="addSp modSp del mod chgLayout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309"/>
        </pc:sldMkLst>
        <pc:spChg chg="mod ord">
          <ac:chgData name="Peter Bernhardt" userId="f2333933-0b12-4d6e-972f-f87625423892" providerId="ADAL" clId="{54BAB7D7-C378-4C4A-B0F8-9DF09AB8FC9C}" dt="2026-03-18T16:48:01.054" v="305" actId="700"/>
          <ac:spMkLst>
            <pc:docMk/>
            <pc:sldMk cId="0" sldId="309"/>
            <ac:spMk id="2" creationId="{00000000-0000-0000-0000-000000000000}"/>
          </ac:spMkLst>
        </pc:spChg>
        <pc:spChg chg="add mod ord">
          <ac:chgData name="Peter Bernhardt" userId="f2333933-0b12-4d6e-972f-f87625423892" providerId="ADAL" clId="{54BAB7D7-C378-4C4A-B0F8-9DF09AB8FC9C}" dt="2026-03-18T16:48:01.054" v="305" actId="700"/>
          <ac:spMkLst>
            <pc:docMk/>
            <pc:sldMk cId="0" sldId="309"/>
            <ac:spMk id="3" creationId="{9949AC46-4BA5-444E-F92D-A58BAB78CCE1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310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310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9.187" v="151" actId="27636"/>
          <ac:spMkLst>
            <pc:docMk/>
            <pc:sldMk cId="0" sldId="310"/>
            <ac:spMk id="3" creationId="{00000000-0000-0000-0000-000000000000}"/>
          </ac:spMkLst>
        </pc:spChg>
      </pc:sldChg>
      <pc:sldChg chg="modSp del mod">
        <pc:chgData name="Peter Bernhardt" userId="f2333933-0b12-4d6e-972f-f87625423892" providerId="ADAL" clId="{54BAB7D7-C378-4C4A-B0F8-9DF09AB8FC9C}" dt="2026-03-18T17:27:59.585" v="473" actId="47"/>
        <pc:sldMkLst>
          <pc:docMk/>
          <pc:sldMk cId="0" sldId="311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311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9.197" v="152" actId="27636"/>
          <ac:spMkLst>
            <pc:docMk/>
            <pc:sldMk cId="0" sldId="311"/>
            <ac:spMk id="3" creationId="{00000000-0000-0000-0000-000000000000}"/>
          </ac:spMkLst>
        </pc:spChg>
      </pc:sldChg>
      <pc:sldChg chg="modSp add del mod chgLayout">
        <pc:chgData name="Peter Bernhardt" userId="f2333933-0b12-4d6e-972f-f87625423892" providerId="ADAL" clId="{54BAB7D7-C378-4C4A-B0F8-9DF09AB8FC9C}" dt="2026-03-18T17:29:26.037" v="493" actId="6549"/>
        <pc:sldMkLst>
          <pc:docMk/>
          <pc:sldMk cId="0" sldId="312"/>
        </pc:sldMkLst>
        <pc:spChg chg="mod ord">
          <ac:chgData name="Peter Bernhardt" userId="f2333933-0b12-4d6e-972f-f87625423892" providerId="ADAL" clId="{54BAB7D7-C378-4C4A-B0F8-9DF09AB8FC9C}" dt="2026-03-18T17:29:26.037" v="493" actId="6549"/>
          <ac:spMkLst>
            <pc:docMk/>
            <pc:sldMk cId="0" sldId="312"/>
            <ac:spMk id="2" creationId="{00000000-0000-0000-0000-000000000000}"/>
          </ac:spMkLst>
        </pc:spChg>
        <pc:spChg chg="mod ord">
          <ac:chgData name="Peter Bernhardt" userId="f2333933-0b12-4d6e-972f-f87625423892" providerId="ADAL" clId="{54BAB7D7-C378-4C4A-B0F8-9DF09AB8FC9C}" dt="2026-03-18T17:28:08.391" v="474" actId="700"/>
          <ac:spMkLst>
            <pc:docMk/>
            <pc:sldMk cId="0" sldId="312"/>
            <ac:spMk id="3" creationId="{00000000-0000-0000-0000-000000000000}"/>
          </ac:spMkLst>
        </pc:spChg>
        <pc:spChg chg="mod ord">
          <ac:chgData name="Peter Bernhardt" userId="f2333933-0b12-4d6e-972f-f87625423892" providerId="ADAL" clId="{54BAB7D7-C378-4C4A-B0F8-9DF09AB8FC9C}" dt="2026-03-18T17:28:08.391" v="474" actId="700"/>
          <ac:spMkLst>
            <pc:docMk/>
            <pc:sldMk cId="0" sldId="312"/>
            <ac:spMk id="4" creationId="{00000000-0000-0000-0000-000000000000}"/>
          </ac:spMkLst>
        </pc:spChg>
      </pc:sldChg>
      <pc:sldChg chg="addSp delSp modSp add del mod chgLayout">
        <pc:chgData name="Peter Bernhardt" userId="f2333933-0b12-4d6e-972f-f87625423892" providerId="ADAL" clId="{54BAB7D7-C378-4C4A-B0F8-9DF09AB8FC9C}" dt="2026-03-18T17:28:15.020" v="479" actId="700"/>
        <pc:sldMkLst>
          <pc:docMk/>
          <pc:sldMk cId="0" sldId="313"/>
        </pc:sldMkLst>
        <pc:spChg chg="mod ord">
          <ac:chgData name="Peter Bernhardt" userId="f2333933-0b12-4d6e-972f-f87625423892" providerId="ADAL" clId="{54BAB7D7-C378-4C4A-B0F8-9DF09AB8FC9C}" dt="2026-03-18T17:28:15.020" v="479" actId="700"/>
          <ac:spMkLst>
            <pc:docMk/>
            <pc:sldMk cId="0" sldId="313"/>
            <ac:spMk id="2" creationId="{00000000-0000-0000-0000-000000000000}"/>
          </ac:spMkLst>
        </pc:spChg>
        <pc:spChg chg="del">
          <ac:chgData name="Peter Bernhardt" userId="f2333933-0b12-4d6e-972f-f87625423892" providerId="ADAL" clId="{54BAB7D7-C378-4C4A-B0F8-9DF09AB8FC9C}" dt="2026-03-18T17:28:15.020" v="479" actId="700"/>
          <ac:spMkLst>
            <pc:docMk/>
            <pc:sldMk cId="0" sldId="313"/>
            <ac:spMk id="3" creationId="{8A36CD9A-91E0-2471-4620-382EBD68A123}"/>
          </ac:spMkLst>
        </pc:spChg>
        <pc:spChg chg="mod">
          <ac:chgData name="Peter Bernhardt" userId="f2333933-0b12-4d6e-972f-f87625423892" providerId="ADAL" clId="{54BAB7D7-C378-4C4A-B0F8-9DF09AB8FC9C}" dt="2026-03-18T16:39:29.215" v="154" actId="27636"/>
          <ac:spMkLst>
            <pc:docMk/>
            <pc:sldMk cId="0" sldId="313"/>
            <ac:spMk id="4" creationId="{00000000-0000-0000-0000-000000000000}"/>
          </ac:spMkLst>
        </pc:spChg>
        <pc:spChg chg="add mod ord">
          <ac:chgData name="Peter Bernhardt" userId="f2333933-0b12-4d6e-972f-f87625423892" providerId="ADAL" clId="{54BAB7D7-C378-4C4A-B0F8-9DF09AB8FC9C}" dt="2026-03-18T17:28:15.020" v="479" actId="700"/>
          <ac:spMkLst>
            <pc:docMk/>
            <pc:sldMk cId="0" sldId="313"/>
            <ac:spMk id="4" creationId="{7D63386B-EBA3-9B81-3CD0-6DCA7352DF28}"/>
          </ac:spMkLst>
        </pc:spChg>
        <pc:graphicFrameChg chg="mod modGraphic">
          <ac:chgData name="Peter Bernhardt" userId="f2333933-0b12-4d6e-972f-f87625423892" providerId="ADAL" clId="{54BAB7D7-C378-4C4A-B0F8-9DF09AB8FC9C}" dt="2026-03-18T16:39:28.101" v="79" actId="790"/>
          <ac:graphicFrameMkLst>
            <pc:docMk/>
            <pc:sldMk cId="0" sldId="313"/>
            <ac:graphicFrameMk id="6" creationId="{00000000-0000-0000-0000-000000000000}"/>
          </ac:graphicFrameMkLst>
        </pc:graphicFrameChg>
      </pc:sldChg>
      <pc:sldChg chg="addSp delSp modSp add del mod chgLayout">
        <pc:chgData name="Peter Bernhardt" userId="f2333933-0b12-4d6e-972f-f87625423892" providerId="ADAL" clId="{54BAB7D7-C378-4C4A-B0F8-9DF09AB8FC9C}" dt="2026-03-18T17:33:00.254" v="530" actId="27636"/>
        <pc:sldMkLst>
          <pc:docMk/>
          <pc:sldMk cId="0" sldId="314"/>
        </pc:sldMkLst>
        <pc:spChg chg="mod ord">
          <ac:chgData name="Peter Bernhardt" userId="f2333933-0b12-4d6e-972f-f87625423892" providerId="ADAL" clId="{54BAB7D7-C378-4C4A-B0F8-9DF09AB8FC9C}" dt="2026-03-18T17:30:24.431" v="508" actId="6264"/>
          <ac:spMkLst>
            <pc:docMk/>
            <pc:sldMk cId="0" sldId="314"/>
            <ac:spMk id="2" creationId="{00000000-0000-0000-0000-000000000000}"/>
          </ac:spMkLst>
        </pc:spChg>
        <pc:spChg chg="mod ord">
          <ac:chgData name="Peter Bernhardt" userId="f2333933-0b12-4d6e-972f-f87625423892" providerId="ADAL" clId="{54BAB7D7-C378-4C4A-B0F8-9DF09AB8FC9C}" dt="2026-03-18T17:33:00.254" v="530" actId="27636"/>
          <ac:spMkLst>
            <pc:docMk/>
            <pc:sldMk cId="0" sldId="314"/>
            <ac:spMk id="3" creationId="{00000000-0000-0000-0000-000000000000}"/>
          </ac:spMkLst>
        </pc:spChg>
        <pc:spChg chg="add del mod">
          <ac:chgData name="Peter Bernhardt" userId="f2333933-0b12-4d6e-972f-f87625423892" providerId="ADAL" clId="{54BAB7D7-C378-4C4A-B0F8-9DF09AB8FC9C}" dt="2026-03-18T17:30:24.431" v="508" actId="6264"/>
          <ac:spMkLst>
            <pc:docMk/>
            <pc:sldMk cId="0" sldId="314"/>
            <ac:spMk id="4" creationId="{FCB7CCD1-B197-0C19-7698-48F6F382322F}"/>
          </ac:spMkLst>
        </pc:spChg>
        <pc:spChg chg="add del mod">
          <ac:chgData name="Peter Bernhardt" userId="f2333933-0b12-4d6e-972f-f87625423892" providerId="ADAL" clId="{54BAB7D7-C378-4C4A-B0F8-9DF09AB8FC9C}" dt="2026-03-18T17:30:24.431" v="508" actId="6264"/>
          <ac:spMkLst>
            <pc:docMk/>
            <pc:sldMk cId="0" sldId="314"/>
            <ac:spMk id="5" creationId="{62280B05-2D67-6B98-9740-C43979C41D08}"/>
          </ac:spMkLst>
        </pc:spChg>
      </pc:sldChg>
      <pc:sldChg chg="modSp add del mod chgLayout">
        <pc:chgData name="Peter Bernhardt" userId="f2333933-0b12-4d6e-972f-f87625423892" providerId="ADAL" clId="{54BAB7D7-C378-4C4A-B0F8-9DF09AB8FC9C}" dt="2026-03-18T17:34:27.896" v="546" actId="948"/>
        <pc:sldMkLst>
          <pc:docMk/>
          <pc:sldMk cId="0" sldId="315"/>
        </pc:sldMkLst>
        <pc:spChg chg="mod ord">
          <ac:chgData name="Peter Bernhardt" userId="f2333933-0b12-4d6e-972f-f87625423892" providerId="ADAL" clId="{54BAB7D7-C378-4C4A-B0F8-9DF09AB8FC9C}" dt="2026-03-18T17:28:28.396" v="482" actId="700"/>
          <ac:spMkLst>
            <pc:docMk/>
            <pc:sldMk cId="0" sldId="315"/>
            <ac:spMk id="2" creationId="{00000000-0000-0000-0000-000000000000}"/>
          </ac:spMkLst>
        </pc:spChg>
        <pc:spChg chg="mod ord">
          <ac:chgData name="Peter Bernhardt" userId="f2333933-0b12-4d6e-972f-f87625423892" providerId="ADAL" clId="{54BAB7D7-C378-4C4A-B0F8-9DF09AB8FC9C}" dt="2026-03-18T17:34:27.896" v="546" actId="948"/>
          <ac:spMkLst>
            <pc:docMk/>
            <pc:sldMk cId="0" sldId="315"/>
            <ac:spMk id="3" creationId="{00000000-0000-0000-0000-000000000000}"/>
          </ac:spMkLst>
        </pc:spChg>
      </pc:sldChg>
      <pc:sldChg chg="modSp add del mod">
        <pc:chgData name="Peter Bernhardt" userId="f2333933-0b12-4d6e-972f-f87625423892" providerId="ADAL" clId="{54BAB7D7-C378-4C4A-B0F8-9DF09AB8FC9C}" dt="2026-03-18T17:36:00.691" v="561" actId="948"/>
        <pc:sldMkLst>
          <pc:docMk/>
          <pc:sldMk cId="0" sldId="316"/>
        </pc:sldMkLst>
        <pc:spChg chg="mod">
          <ac:chgData name="Peter Bernhardt" userId="f2333933-0b12-4d6e-972f-f87625423892" providerId="ADAL" clId="{54BAB7D7-C378-4C4A-B0F8-9DF09AB8FC9C}" dt="2026-03-18T17:36:00.691" v="561" actId="948"/>
          <ac:spMkLst>
            <pc:docMk/>
            <pc:sldMk cId="0" sldId="316"/>
            <ac:spMk id="3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316"/>
            <ac:spMk id="4" creationId="{00000000-0000-0000-0000-000000000000}"/>
          </ac:spMkLst>
        </pc:spChg>
        <pc:graphicFrameChg chg="mod modGraphic">
          <ac:chgData name="Peter Bernhardt" userId="f2333933-0b12-4d6e-972f-f87625423892" providerId="ADAL" clId="{54BAB7D7-C378-4C4A-B0F8-9DF09AB8FC9C}" dt="2026-03-18T16:39:28.101" v="79" actId="790"/>
          <ac:graphicFrameMkLst>
            <pc:docMk/>
            <pc:sldMk cId="0" sldId="316"/>
            <ac:graphicFrameMk id="6" creationId="{00000000-0000-0000-0000-000000000000}"/>
          </ac:graphicFrameMkLst>
        </pc:graphicFrameChg>
      </pc:sldChg>
      <pc:sldChg chg="addSp modSp add del mod chgLayout">
        <pc:chgData name="Peter Bernhardt" userId="f2333933-0b12-4d6e-972f-f87625423892" providerId="ADAL" clId="{54BAB7D7-C378-4C4A-B0F8-9DF09AB8FC9C}" dt="2026-03-18T17:28:20.768" v="480" actId="700"/>
        <pc:sldMkLst>
          <pc:docMk/>
          <pc:sldMk cId="0" sldId="317"/>
        </pc:sldMkLst>
        <pc:spChg chg="mod ord">
          <ac:chgData name="Peter Bernhardt" userId="f2333933-0b12-4d6e-972f-f87625423892" providerId="ADAL" clId="{54BAB7D7-C378-4C4A-B0F8-9DF09AB8FC9C}" dt="2026-03-18T17:28:20.768" v="480" actId="700"/>
          <ac:spMkLst>
            <pc:docMk/>
            <pc:sldMk cId="0" sldId="317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9.282" v="157" actId="27636"/>
          <ac:spMkLst>
            <pc:docMk/>
            <pc:sldMk cId="0" sldId="317"/>
            <ac:spMk id="3" creationId="{00000000-0000-0000-0000-000000000000}"/>
          </ac:spMkLst>
        </pc:spChg>
        <pc:spChg chg="add mod ord">
          <ac:chgData name="Peter Bernhardt" userId="f2333933-0b12-4d6e-972f-f87625423892" providerId="ADAL" clId="{54BAB7D7-C378-4C4A-B0F8-9DF09AB8FC9C}" dt="2026-03-18T17:28:20.768" v="480" actId="700"/>
          <ac:spMkLst>
            <pc:docMk/>
            <pc:sldMk cId="0" sldId="317"/>
            <ac:spMk id="3" creationId="{95C0326A-A5D8-0BA5-24D2-B7E30EF624F3}"/>
          </ac:spMkLst>
        </pc:spChg>
      </pc:sldChg>
      <pc:sldChg chg="modSp add del mod">
        <pc:chgData name="Peter Bernhardt" userId="f2333933-0b12-4d6e-972f-f87625423892" providerId="ADAL" clId="{54BAB7D7-C378-4C4A-B0F8-9DF09AB8FC9C}" dt="2026-03-18T17:52:00.811" v="796" actId="14100"/>
        <pc:sldMkLst>
          <pc:docMk/>
          <pc:sldMk cId="0" sldId="318"/>
        </pc:sldMkLst>
        <pc:spChg chg="mod">
          <ac:chgData name="Peter Bernhardt" userId="f2333933-0b12-4d6e-972f-f87625423892" providerId="ADAL" clId="{54BAB7D7-C378-4C4A-B0F8-9DF09AB8FC9C}" dt="2026-03-18T17:52:00.811" v="796" actId="14100"/>
          <ac:spMkLst>
            <pc:docMk/>
            <pc:sldMk cId="0" sldId="318"/>
            <ac:spMk id="3" creationId="{00000000-0000-0000-0000-000000000000}"/>
          </ac:spMkLst>
        </pc:spChg>
      </pc:sldChg>
      <pc:sldChg chg="modSp add del mod">
        <pc:chgData name="Peter Bernhardt" userId="f2333933-0b12-4d6e-972f-f87625423892" providerId="ADAL" clId="{54BAB7D7-C378-4C4A-B0F8-9DF09AB8FC9C}" dt="2026-03-18T17:40:02.293" v="722" actId="948"/>
        <pc:sldMkLst>
          <pc:docMk/>
          <pc:sldMk cId="0" sldId="319"/>
        </pc:sldMkLst>
        <pc:spChg chg="mod">
          <ac:chgData name="Peter Bernhardt" userId="f2333933-0b12-4d6e-972f-f87625423892" providerId="ADAL" clId="{54BAB7D7-C378-4C4A-B0F8-9DF09AB8FC9C}" dt="2026-03-18T17:40:02.293" v="722" actId="948"/>
          <ac:spMkLst>
            <pc:docMk/>
            <pc:sldMk cId="0" sldId="319"/>
            <ac:spMk id="3" creationId="{00000000-0000-0000-0000-000000000000}"/>
          </ac:spMkLst>
        </pc:spChg>
      </pc:sldChg>
      <pc:sldChg chg="modSp add del mod">
        <pc:chgData name="Peter Bernhardt" userId="f2333933-0b12-4d6e-972f-f87625423892" providerId="ADAL" clId="{54BAB7D7-C378-4C4A-B0F8-9DF09AB8FC9C}" dt="2026-03-18T17:39:40.803" v="721" actId="6549"/>
        <pc:sldMkLst>
          <pc:docMk/>
          <pc:sldMk cId="0" sldId="320"/>
        </pc:sldMkLst>
        <pc:spChg chg="mod">
          <ac:chgData name="Peter Bernhardt" userId="f2333933-0b12-4d6e-972f-f87625423892" providerId="ADAL" clId="{54BAB7D7-C378-4C4A-B0F8-9DF09AB8FC9C}" dt="2026-03-18T17:39:40.803" v="721" actId="6549"/>
          <ac:spMkLst>
            <pc:docMk/>
            <pc:sldMk cId="0" sldId="320"/>
            <ac:spMk id="3" creationId="{00000000-0000-0000-0000-000000000000}"/>
          </ac:spMkLst>
        </pc:spChg>
      </pc:sldChg>
      <pc:sldChg chg="addSp modSp add del mod chgLayout">
        <pc:chgData name="Peter Bernhardt" userId="f2333933-0b12-4d6e-972f-f87625423892" providerId="ADAL" clId="{54BAB7D7-C378-4C4A-B0F8-9DF09AB8FC9C}" dt="2026-03-18T17:28:33.009" v="483" actId="700"/>
        <pc:sldMkLst>
          <pc:docMk/>
          <pc:sldMk cId="0" sldId="321"/>
        </pc:sldMkLst>
        <pc:spChg chg="mod ord">
          <ac:chgData name="Peter Bernhardt" userId="f2333933-0b12-4d6e-972f-f87625423892" providerId="ADAL" clId="{54BAB7D7-C378-4C4A-B0F8-9DF09AB8FC9C}" dt="2026-03-18T17:28:33.009" v="483" actId="700"/>
          <ac:spMkLst>
            <pc:docMk/>
            <pc:sldMk cId="0" sldId="321"/>
            <ac:spMk id="2" creationId="{00000000-0000-0000-0000-000000000000}"/>
          </ac:spMkLst>
        </pc:spChg>
        <pc:spChg chg="add mod ord">
          <ac:chgData name="Peter Bernhardt" userId="f2333933-0b12-4d6e-972f-f87625423892" providerId="ADAL" clId="{54BAB7D7-C378-4C4A-B0F8-9DF09AB8FC9C}" dt="2026-03-18T17:28:33.009" v="483" actId="700"/>
          <ac:spMkLst>
            <pc:docMk/>
            <pc:sldMk cId="0" sldId="321"/>
            <ac:spMk id="3" creationId="{7CE2FEFE-C30A-8772-F382-C1DD0DC3135B}"/>
          </ac:spMkLst>
        </pc:spChg>
      </pc:sldChg>
      <pc:sldChg chg="modSp add del mod">
        <pc:chgData name="Peter Bernhardt" userId="f2333933-0b12-4d6e-972f-f87625423892" providerId="ADAL" clId="{54BAB7D7-C378-4C4A-B0F8-9DF09AB8FC9C}" dt="2026-03-18T17:38:40.665" v="708" actId="20577"/>
        <pc:sldMkLst>
          <pc:docMk/>
          <pc:sldMk cId="0" sldId="322"/>
        </pc:sldMkLst>
        <pc:spChg chg="mod">
          <ac:chgData name="Peter Bernhardt" userId="f2333933-0b12-4d6e-972f-f87625423892" providerId="ADAL" clId="{54BAB7D7-C378-4C4A-B0F8-9DF09AB8FC9C}" dt="2026-03-18T17:38:40.665" v="708" actId="20577"/>
          <ac:spMkLst>
            <pc:docMk/>
            <pc:sldMk cId="0" sldId="322"/>
            <ac:spMk id="3" creationId="{00000000-0000-0000-0000-000000000000}"/>
          </ac:spMkLst>
        </pc:spChg>
      </pc:sldChg>
      <pc:sldChg chg="add del">
        <pc:chgData name="Peter Bernhardt" userId="f2333933-0b12-4d6e-972f-f87625423892" providerId="ADAL" clId="{54BAB7D7-C378-4C4A-B0F8-9DF09AB8FC9C}" dt="2026-03-18T17:27:52.949" v="472"/>
        <pc:sldMkLst>
          <pc:docMk/>
          <pc:sldMk cId="0" sldId="323"/>
        </pc:sldMkLst>
      </pc:sldChg>
      <pc:sldChg chg="modSp add del mod">
        <pc:chgData name="Peter Bernhardt" userId="f2333933-0b12-4d6e-972f-f87625423892" providerId="ADAL" clId="{54BAB7D7-C378-4C4A-B0F8-9DF09AB8FC9C}" dt="2026-03-18T17:28:08.746" v="478" actId="27636"/>
        <pc:sldMkLst>
          <pc:docMk/>
          <pc:sldMk cId="0" sldId="324"/>
        </pc:sldMkLst>
        <pc:spChg chg="mod">
          <ac:chgData name="Peter Bernhardt" userId="f2333933-0b12-4d6e-972f-f87625423892" providerId="ADAL" clId="{54BAB7D7-C378-4C4A-B0F8-9DF09AB8FC9C}" dt="2026-03-18T17:28:08.746" v="478" actId="27636"/>
          <ac:spMkLst>
            <pc:docMk/>
            <pc:sldMk cId="0" sldId="324"/>
            <ac:spMk id="3" creationId="{00000000-0000-0000-0000-000000000000}"/>
          </ac:spMkLst>
        </pc:spChg>
      </pc:sldChg>
      <pc:sldChg chg="addSp modSp add del mod chgLayout">
        <pc:chgData name="Peter Bernhardt" userId="f2333933-0b12-4d6e-972f-f87625423892" providerId="ADAL" clId="{54BAB7D7-C378-4C4A-B0F8-9DF09AB8FC9C}" dt="2026-03-18T17:28:36.650" v="484" actId="700"/>
        <pc:sldMkLst>
          <pc:docMk/>
          <pc:sldMk cId="0" sldId="325"/>
        </pc:sldMkLst>
        <pc:spChg chg="mod ord">
          <ac:chgData name="Peter Bernhardt" userId="f2333933-0b12-4d6e-972f-f87625423892" providerId="ADAL" clId="{54BAB7D7-C378-4C4A-B0F8-9DF09AB8FC9C}" dt="2026-03-18T17:28:36.650" v="484" actId="700"/>
          <ac:spMkLst>
            <pc:docMk/>
            <pc:sldMk cId="0" sldId="325"/>
            <ac:spMk id="2" creationId="{00000000-0000-0000-0000-000000000000}"/>
          </ac:spMkLst>
        </pc:spChg>
        <pc:spChg chg="add mod ord">
          <ac:chgData name="Peter Bernhardt" userId="f2333933-0b12-4d6e-972f-f87625423892" providerId="ADAL" clId="{54BAB7D7-C378-4C4A-B0F8-9DF09AB8FC9C}" dt="2026-03-18T17:28:36.650" v="484" actId="700"/>
          <ac:spMkLst>
            <pc:docMk/>
            <pc:sldMk cId="0" sldId="325"/>
            <ac:spMk id="3" creationId="{26733553-45E4-B6ED-4538-A37C8B7ED3A5}"/>
          </ac:spMkLst>
        </pc:spChg>
      </pc:sldChg>
      <pc:sldChg chg="add del">
        <pc:chgData name="Peter Bernhardt" userId="f2333933-0b12-4d6e-972f-f87625423892" providerId="ADAL" clId="{54BAB7D7-C378-4C4A-B0F8-9DF09AB8FC9C}" dt="2026-03-18T17:27:52.949" v="472"/>
        <pc:sldMkLst>
          <pc:docMk/>
          <pc:sldMk cId="0" sldId="326"/>
        </pc:sldMkLst>
      </pc:sldChg>
      <pc:sldChg chg="add del">
        <pc:chgData name="Peter Bernhardt" userId="f2333933-0b12-4d6e-972f-f87625423892" providerId="ADAL" clId="{54BAB7D7-C378-4C4A-B0F8-9DF09AB8FC9C}" dt="2026-03-18T17:27:52.949" v="472"/>
        <pc:sldMkLst>
          <pc:docMk/>
          <pc:sldMk cId="0" sldId="327"/>
        </pc:sldMkLst>
      </pc:sldChg>
      <pc:sldChg chg="add del">
        <pc:chgData name="Peter Bernhardt" userId="f2333933-0b12-4d6e-972f-f87625423892" providerId="ADAL" clId="{54BAB7D7-C378-4C4A-B0F8-9DF09AB8FC9C}" dt="2026-03-18T17:27:52.949" v="472"/>
        <pc:sldMkLst>
          <pc:docMk/>
          <pc:sldMk cId="0" sldId="328"/>
        </pc:sldMkLst>
      </pc:sldChg>
      <pc:sldChg chg="addSp modSp add del mod chgLayout">
        <pc:chgData name="Peter Bernhardt" userId="f2333933-0b12-4d6e-972f-f87625423892" providerId="ADAL" clId="{54BAB7D7-C378-4C4A-B0F8-9DF09AB8FC9C}" dt="2026-03-18T17:28:42.087" v="485" actId="700"/>
        <pc:sldMkLst>
          <pc:docMk/>
          <pc:sldMk cId="0" sldId="329"/>
        </pc:sldMkLst>
        <pc:spChg chg="mod ord">
          <ac:chgData name="Peter Bernhardt" userId="f2333933-0b12-4d6e-972f-f87625423892" providerId="ADAL" clId="{54BAB7D7-C378-4C4A-B0F8-9DF09AB8FC9C}" dt="2026-03-18T17:28:42.087" v="485" actId="700"/>
          <ac:spMkLst>
            <pc:docMk/>
            <pc:sldMk cId="0" sldId="329"/>
            <ac:spMk id="2" creationId="{00000000-0000-0000-0000-000000000000}"/>
          </ac:spMkLst>
        </pc:spChg>
        <pc:spChg chg="add mod ord">
          <ac:chgData name="Peter Bernhardt" userId="f2333933-0b12-4d6e-972f-f87625423892" providerId="ADAL" clId="{54BAB7D7-C378-4C4A-B0F8-9DF09AB8FC9C}" dt="2026-03-18T17:28:42.087" v="485" actId="700"/>
          <ac:spMkLst>
            <pc:docMk/>
            <pc:sldMk cId="0" sldId="329"/>
            <ac:spMk id="3" creationId="{5A2A242D-3F5A-09AB-7CD8-B16625515ECD}"/>
          </ac:spMkLst>
        </pc:spChg>
      </pc:sldChg>
      <pc:sldChg chg="add del">
        <pc:chgData name="Peter Bernhardt" userId="f2333933-0b12-4d6e-972f-f87625423892" providerId="ADAL" clId="{54BAB7D7-C378-4C4A-B0F8-9DF09AB8FC9C}" dt="2026-03-18T17:27:52.949" v="472"/>
        <pc:sldMkLst>
          <pc:docMk/>
          <pc:sldMk cId="0" sldId="330"/>
        </pc:sldMkLst>
      </pc:sldChg>
      <pc:sldChg chg="modSp add del mod">
        <pc:chgData name="Peter Bernhardt" userId="f2333933-0b12-4d6e-972f-f87625423892" providerId="ADAL" clId="{54BAB7D7-C378-4C4A-B0F8-9DF09AB8FC9C}" dt="2026-03-18T17:42:29.334" v="743" actId="5793"/>
        <pc:sldMkLst>
          <pc:docMk/>
          <pc:sldMk cId="0" sldId="331"/>
        </pc:sldMkLst>
        <pc:spChg chg="mod">
          <ac:chgData name="Peter Bernhardt" userId="f2333933-0b12-4d6e-972f-f87625423892" providerId="ADAL" clId="{54BAB7D7-C378-4C4A-B0F8-9DF09AB8FC9C}" dt="2026-03-18T17:42:29.334" v="743" actId="5793"/>
          <ac:spMkLst>
            <pc:docMk/>
            <pc:sldMk cId="0" sldId="331"/>
            <ac:spMk id="3" creationId="{00000000-0000-0000-0000-000000000000}"/>
          </ac:spMkLst>
        </pc:spChg>
      </pc:sldChg>
      <pc:sldChg chg="add del">
        <pc:chgData name="Peter Bernhardt" userId="f2333933-0b12-4d6e-972f-f87625423892" providerId="ADAL" clId="{54BAB7D7-C378-4C4A-B0F8-9DF09AB8FC9C}" dt="2026-03-18T17:27:52.949" v="472"/>
        <pc:sldMkLst>
          <pc:docMk/>
          <pc:sldMk cId="0" sldId="332"/>
        </pc:sldMkLst>
      </pc:sldChg>
      <pc:sldChg chg="add del">
        <pc:chgData name="Peter Bernhardt" userId="f2333933-0b12-4d6e-972f-f87625423892" providerId="ADAL" clId="{54BAB7D7-C378-4C4A-B0F8-9DF09AB8FC9C}" dt="2026-03-18T17:27:52.949" v="472"/>
        <pc:sldMkLst>
          <pc:docMk/>
          <pc:sldMk cId="0" sldId="333"/>
        </pc:sldMkLst>
      </pc:sldChg>
      <pc:sldChg chg="addSp modSp add del mod chgLayout">
        <pc:chgData name="Peter Bernhardt" userId="f2333933-0b12-4d6e-972f-f87625423892" providerId="ADAL" clId="{54BAB7D7-C378-4C4A-B0F8-9DF09AB8FC9C}" dt="2026-03-18T17:28:45.212" v="486" actId="700"/>
        <pc:sldMkLst>
          <pc:docMk/>
          <pc:sldMk cId="0" sldId="334"/>
        </pc:sldMkLst>
        <pc:spChg chg="mod ord">
          <ac:chgData name="Peter Bernhardt" userId="f2333933-0b12-4d6e-972f-f87625423892" providerId="ADAL" clId="{54BAB7D7-C378-4C4A-B0F8-9DF09AB8FC9C}" dt="2026-03-18T17:28:45.212" v="486" actId="700"/>
          <ac:spMkLst>
            <pc:docMk/>
            <pc:sldMk cId="0" sldId="334"/>
            <ac:spMk id="2" creationId="{00000000-0000-0000-0000-000000000000}"/>
          </ac:spMkLst>
        </pc:spChg>
        <pc:spChg chg="add mod ord">
          <ac:chgData name="Peter Bernhardt" userId="f2333933-0b12-4d6e-972f-f87625423892" providerId="ADAL" clId="{54BAB7D7-C378-4C4A-B0F8-9DF09AB8FC9C}" dt="2026-03-18T17:28:45.212" v="486" actId="700"/>
          <ac:spMkLst>
            <pc:docMk/>
            <pc:sldMk cId="0" sldId="334"/>
            <ac:spMk id="3" creationId="{977E0251-921D-F4CF-B049-C68110E185C4}"/>
          </ac:spMkLst>
        </pc:spChg>
      </pc:sldChg>
      <pc:sldChg chg="add del">
        <pc:chgData name="Peter Bernhardt" userId="f2333933-0b12-4d6e-972f-f87625423892" providerId="ADAL" clId="{54BAB7D7-C378-4C4A-B0F8-9DF09AB8FC9C}" dt="2026-03-18T17:27:52.949" v="472"/>
        <pc:sldMkLst>
          <pc:docMk/>
          <pc:sldMk cId="0" sldId="335"/>
        </pc:sldMkLst>
      </pc:sldChg>
      <pc:sldChg chg="add del">
        <pc:chgData name="Peter Bernhardt" userId="f2333933-0b12-4d6e-972f-f87625423892" providerId="ADAL" clId="{54BAB7D7-C378-4C4A-B0F8-9DF09AB8FC9C}" dt="2026-03-18T17:27:52.949" v="472"/>
        <pc:sldMkLst>
          <pc:docMk/>
          <pc:sldMk cId="0" sldId="336"/>
        </pc:sldMkLst>
      </pc:sldChg>
      <pc:sldChg chg="add del">
        <pc:chgData name="Peter Bernhardt" userId="f2333933-0b12-4d6e-972f-f87625423892" providerId="ADAL" clId="{54BAB7D7-C378-4C4A-B0F8-9DF09AB8FC9C}" dt="2026-03-18T17:27:52.949" v="472"/>
        <pc:sldMkLst>
          <pc:docMk/>
          <pc:sldMk cId="0" sldId="337"/>
        </pc:sldMkLst>
      </pc:sldChg>
      <pc:sldChg chg="addSp modSp add del mod chgLayout">
        <pc:chgData name="Peter Bernhardt" userId="f2333933-0b12-4d6e-972f-f87625423892" providerId="ADAL" clId="{54BAB7D7-C378-4C4A-B0F8-9DF09AB8FC9C}" dt="2026-03-18T17:28:48.429" v="487" actId="700"/>
        <pc:sldMkLst>
          <pc:docMk/>
          <pc:sldMk cId="0" sldId="338"/>
        </pc:sldMkLst>
        <pc:spChg chg="mod ord">
          <ac:chgData name="Peter Bernhardt" userId="f2333933-0b12-4d6e-972f-f87625423892" providerId="ADAL" clId="{54BAB7D7-C378-4C4A-B0F8-9DF09AB8FC9C}" dt="2026-03-18T17:28:48.429" v="487" actId="700"/>
          <ac:spMkLst>
            <pc:docMk/>
            <pc:sldMk cId="0" sldId="338"/>
            <ac:spMk id="2" creationId="{00000000-0000-0000-0000-000000000000}"/>
          </ac:spMkLst>
        </pc:spChg>
        <pc:spChg chg="add mod ord">
          <ac:chgData name="Peter Bernhardt" userId="f2333933-0b12-4d6e-972f-f87625423892" providerId="ADAL" clId="{54BAB7D7-C378-4C4A-B0F8-9DF09AB8FC9C}" dt="2026-03-18T17:28:48.429" v="487" actId="700"/>
          <ac:spMkLst>
            <pc:docMk/>
            <pc:sldMk cId="0" sldId="338"/>
            <ac:spMk id="3" creationId="{45C3889D-2894-4931-2791-8ED485936793}"/>
          </ac:spMkLst>
        </pc:spChg>
      </pc:sldChg>
      <pc:sldChg chg="add del">
        <pc:chgData name="Peter Bernhardt" userId="f2333933-0b12-4d6e-972f-f87625423892" providerId="ADAL" clId="{54BAB7D7-C378-4C4A-B0F8-9DF09AB8FC9C}" dt="2026-03-18T17:27:52.949" v="472"/>
        <pc:sldMkLst>
          <pc:docMk/>
          <pc:sldMk cId="0" sldId="339"/>
        </pc:sldMkLst>
      </pc:sldChg>
      <pc:sldChg chg="modSp add del mod">
        <pc:chgData name="Peter Bernhardt" userId="f2333933-0b12-4d6e-972f-f87625423892" providerId="ADAL" clId="{54BAB7D7-C378-4C4A-B0F8-9DF09AB8FC9C}" dt="2026-03-18T17:43:16.789" v="762" actId="20577"/>
        <pc:sldMkLst>
          <pc:docMk/>
          <pc:sldMk cId="0" sldId="340"/>
        </pc:sldMkLst>
        <pc:spChg chg="mod">
          <ac:chgData name="Peter Bernhardt" userId="f2333933-0b12-4d6e-972f-f87625423892" providerId="ADAL" clId="{54BAB7D7-C378-4C4A-B0F8-9DF09AB8FC9C}" dt="2026-03-18T17:43:16.789" v="762" actId="20577"/>
          <ac:spMkLst>
            <pc:docMk/>
            <pc:sldMk cId="0" sldId="340"/>
            <ac:spMk id="3" creationId="{00000000-0000-0000-0000-000000000000}"/>
          </ac:spMkLst>
        </pc:spChg>
      </pc:sldChg>
      <pc:sldChg chg="addSp modSp add del mod chgLayout">
        <pc:chgData name="Peter Bernhardt" userId="f2333933-0b12-4d6e-972f-f87625423892" providerId="ADAL" clId="{54BAB7D7-C378-4C4A-B0F8-9DF09AB8FC9C}" dt="2026-03-18T17:28:51.756" v="488" actId="700"/>
        <pc:sldMkLst>
          <pc:docMk/>
          <pc:sldMk cId="0" sldId="341"/>
        </pc:sldMkLst>
        <pc:spChg chg="mod ord">
          <ac:chgData name="Peter Bernhardt" userId="f2333933-0b12-4d6e-972f-f87625423892" providerId="ADAL" clId="{54BAB7D7-C378-4C4A-B0F8-9DF09AB8FC9C}" dt="2026-03-18T17:28:51.756" v="488" actId="700"/>
          <ac:spMkLst>
            <pc:docMk/>
            <pc:sldMk cId="0" sldId="341"/>
            <ac:spMk id="2" creationId="{00000000-0000-0000-0000-000000000000}"/>
          </ac:spMkLst>
        </pc:spChg>
        <pc:spChg chg="add mod ord">
          <ac:chgData name="Peter Bernhardt" userId="f2333933-0b12-4d6e-972f-f87625423892" providerId="ADAL" clId="{54BAB7D7-C378-4C4A-B0F8-9DF09AB8FC9C}" dt="2026-03-18T17:28:51.756" v="488" actId="700"/>
          <ac:spMkLst>
            <pc:docMk/>
            <pc:sldMk cId="0" sldId="341"/>
            <ac:spMk id="3" creationId="{D20D7610-F3BE-1E9A-1BE8-3B0E9E82CB3E}"/>
          </ac:spMkLst>
        </pc:spChg>
      </pc:sldChg>
      <pc:sldChg chg="add del">
        <pc:chgData name="Peter Bernhardt" userId="f2333933-0b12-4d6e-972f-f87625423892" providerId="ADAL" clId="{54BAB7D7-C378-4C4A-B0F8-9DF09AB8FC9C}" dt="2026-03-18T17:27:52.949" v="472"/>
        <pc:sldMkLst>
          <pc:docMk/>
          <pc:sldMk cId="0" sldId="342"/>
        </pc:sldMkLst>
      </pc:sldChg>
      <pc:sldChg chg="add del">
        <pc:chgData name="Peter Bernhardt" userId="f2333933-0b12-4d6e-972f-f87625423892" providerId="ADAL" clId="{54BAB7D7-C378-4C4A-B0F8-9DF09AB8FC9C}" dt="2026-03-18T17:27:52.949" v="472"/>
        <pc:sldMkLst>
          <pc:docMk/>
          <pc:sldMk cId="0" sldId="343"/>
        </pc:sldMkLst>
      </pc:sldChg>
      <pc:sldChg chg="addSp delSp modSp add del mod chgLayout">
        <pc:chgData name="Peter Bernhardt" userId="f2333933-0b12-4d6e-972f-f87625423892" providerId="ADAL" clId="{54BAB7D7-C378-4C4A-B0F8-9DF09AB8FC9C}" dt="2026-03-18T17:43:47.150" v="772" actId="20577"/>
        <pc:sldMkLst>
          <pc:docMk/>
          <pc:sldMk cId="0" sldId="344"/>
        </pc:sldMkLst>
        <pc:spChg chg="mod ord">
          <ac:chgData name="Peter Bernhardt" userId="f2333933-0b12-4d6e-972f-f87625423892" providerId="ADAL" clId="{54BAB7D7-C378-4C4A-B0F8-9DF09AB8FC9C}" dt="2026-03-18T17:43:47.150" v="772" actId="20577"/>
          <ac:spMkLst>
            <pc:docMk/>
            <pc:sldMk cId="0" sldId="344"/>
            <ac:spMk id="2" creationId="{00000000-0000-0000-0000-000000000000}"/>
          </ac:spMkLst>
        </pc:spChg>
        <pc:spChg chg="add mod ord">
          <ac:chgData name="Peter Bernhardt" userId="f2333933-0b12-4d6e-972f-f87625423892" providerId="ADAL" clId="{54BAB7D7-C378-4C4A-B0F8-9DF09AB8FC9C}" dt="2026-03-18T17:28:55.429" v="489" actId="700"/>
          <ac:spMkLst>
            <pc:docMk/>
            <pc:sldMk cId="0" sldId="344"/>
            <ac:spMk id="3" creationId="{0D089290-0A3B-CCF9-E37A-56528B78804E}"/>
          </ac:spMkLst>
        </pc:spChg>
        <pc:spChg chg="add del mod ord">
          <ac:chgData name="Peter Bernhardt" userId="f2333933-0b12-4d6e-972f-f87625423892" providerId="ADAL" clId="{54BAB7D7-C378-4C4A-B0F8-9DF09AB8FC9C}" dt="2026-03-18T17:27:24.435" v="470" actId="700"/>
          <ac:spMkLst>
            <pc:docMk/>
            <pc:sldMk cId="0" sldId="344"/>
            <ac:spMk id="3" creationId="{C252AFA0-72CD-335E-13B4-7BECFFC61670}"/>
          </ac:spMkLst>
        </pc:spChg>
      </pc:sldChg>
      <pc:sldChg chg="modSp add del mod chgLayout">
        <pc:chgData name="Peter Bernhardt" userId="f2333933-0b12-4d6e-972f-f87625423892" providerId="ADAL" clId="{54BAB7D7-C378-4C4A-B0F8-9DF09AB8FC9C}" dt="2026-03-18T17:29:15.071" v="492" actId="700"/>
        <pc:sldMkLst>
          <pc:docMk/>
          <pc:sldMk cId="0" sldId="345"/>
        </pc:sldMkLst>
        <pc:spChg chg="mod ord">
          <ac:chgData name="Peter Bernhardt" userId="f2333933-0b12-4d6e-972f-f87625423892" providerId="ADAL" clId="{54BAB7D7-C378-4C4A-B0F8-9DF09AB8FC9C}" dt="2026-03-18T17:29:15.071" v="492" actId="700"/>
          <ac:spMkLst>
            <pc:docMk/>
            <pc:sldMk cId="0" sldId="345"/>
            <ac:spMk id="2" creationId="{00000000-0000-0000-0000-000000000000}"/>
          </ac:spMkLst>
        </pc:spChg>
        <pc:spChg chg="mod ord">
          <ac:chgData name="Peter Bernhardt" userId="f2333933-0b12-4d6e-972f-f87625423892" providerId="ADAL" clId="{54BAB7D7-C378-4C4A-B0F8-9DF09AB8FC9C}" dt="2026-03-18T17:29:15.071" v="492" actId="700"/>
          <ac:spMkLst>
            <pc:docMk/>
            <pc:sldMk cId="0" sldId="345"/>
            <ac:spMk id="3" creationId="{00000000-0000-0000-0000-000000000000}"/>
          </ac:spMkLst>
        </pc:spChg>
      </pc:sldChg>
      <pc:sldChg chg="add del">
        <pc:chgData name="Peter Bernhardt" userId="f2333933-0b12-4d6e-972f-f87625423892" providerId="ADAL" clId="{54BAB7D7-C378-4C4A-B0F8-9DF09AB8FC9C}" dt="2026-03-18T17:29:10.056" v="491" actId="47"/>
        <pc:sldMkLst>
          <pc:docMk/>
          <pc:sldMk cId="0" sldId="346"/>
        </pc:sldMkLst>
      </pc:sldChg>
      <pc:sldChg chg="add del">
        <pc:chgData name="Peter Bernhardt" userId="f2333933-0b12-4d6e-972f-f87625423892" providerId="ADAL" clId="{54BAB7D7-C378-4C4A-B0F8-9DF09AB8FC9C}" dt="2026-03-18T17:29:00.195" v="490" actId="47"/>
        <pc:sldMkLst>
          <pc:docMk/>
          <pc:sldMk cId="0" sldId="347"/>
        </pc:sldMkLst>
      </pc:sldChg>
      <pc:sldMasterChg chg="modSp modSldLayout">
        <pc:chgData name="Peter Bernhardt" userId="f2333933-0b12-4d6e-972f-f87625423892" providerId="ADAL" clId="{54BAB7D7-C378-4C4A-B0F8-9DF09AB8FC9C}" dt="2026-03-18T16:35:30.591" v="0"/>
        <pc:sldMasterMkLst>
          <pc:docMk/>
          <pc:sldMasterMk cId="3676200875" sldId="2147483648"/>
        </pc:sldMasterMkLst>
        <pc:spChg chg="mod">
          <ac:chgData name="Peter Bernhardt" userId="f2333933-0b12-4d6e-972f-f87625423892" providerId="ADAL" clId="{54BAB7D7-C378-4C4A-B0F8-9DF09AB8FC9C}" dt="2026-03-18T16:35:30.591" v="0"/>
          <ac:spMkLst>
            <pc:docMk/>
            <pc:sldMasterMk cId="3676200875" sldId="2147483648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5:30.591" v="0"/>
          <ac:spMkLst>
            <pc:docMk/>
            <pc:sldMasterMk cId="3676200875" sldId="2147483648"/>
            <ac:spMk id="3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5:30.591" v="0"/>
          <ac:spMkLst>
            <pc:docMk/>
            <pc:sldMasterMk cId="3676200875" sldId="2147483648"/>
            <ac:spMk id="4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5:30.591" v="0"/>
          <ac:spMkLst>
            <pc:docMk/>
            <pc:sldMasterMk cId="3676200875" sldId="2147483648"/>
            <ac:spMk id="5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5:30.591" v="0"/>
          <ac:spMkLst>
            <pc:docMk/>
            <pc:sldMasterMk cId="3676200875" sldId="2147483648"/>
            <ac:spMk id="6" creationId="{00000000-0000-0000-0000-000000000000}"/>
          </ac:spMkLst>
        </pc:spChg>
        <pc:sldLayoutChg chg="modSp">
          <pc:chgData name="Peter Bernhardt" userId="f2333933-0b12-4d6e-972f-f87625423892" providerId="ADAL" clId="{54BAB7D7-C378-4C4A-B0F8-9DF09AB8FC9C}" dt="2026-03-18T16:35:30.591" v="0"/>
          <pc:sldLayoutMkLst>
            <pc:docMk/>
            <pc:sldMasterMk cId="3676200875" sldId="2147483648"/>
            <pc:sldLayoutMk cId="1444357513" sldId="2147483649"/>
          </pc:sldLayoutMkLst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1444357513" sldId="2147483649"/>
              <ac:spMk id="2" creationId="{00000000-0000-0000-0000-000000000000}"/>
            </ac:spMkLst>
          </pc:spChg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1444357513" sldId="2147483649"/>
              <ac:spMk id="3" creationId="{00000000-0000-0000-0000-000000000000}"/>
            </ac:spMkLst>
          </pc:spChg>
        </pc:sldLayoutChg>
        <pc:sldLayoutChg chg="modSp">
          <pc:chgData name="Peter Bernhardt" userId="f2333933-0b12-4d6e-972f-f87625423892" providerId="ADAL" clId="{54BAB7D7-C378-4C4A-B0F8-9DF09AB8FC9C}" dt="2026-03-18T16:35:30.591" v="0"/>
          <pc:sldLayoutMkLst>
            <pc:docMk/>
            <pc:sldMasterMk cId="3676200875" sldId="2147483648"/>
            <pc:sldLayoutMk cId="1073069076" sldId="2147483651"/>
          </pc:sldLayoutMkLst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1073069076" sldId="2147483651"/>
              <ac:spMk id="2" creationId="{00000000-0000-0000-0000-000000000000}"/>
            </ac:spMkLst>
          </pc:spChg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1073069076" sldId="2147483651"/>
              <ac:spMk id="3" creationId="{00000000-0000-0000-0000-000000000000}"/>
            </ac:spMkLst>
          </pc:spChg>
        </pc:sldLayoutChg>
        <pc:sldLayoutChg chg="modSp">
          <pc:chgData name="Peter Bernhardt" userId="f2333933-0b12-4d6e-972f-f87625423892" providerId="ADAL" clId="{54BAB7D7-C378-4C4A-B0F8-9DF09AB8FC9C}" dt="2026-03-18T16:35:30.591" v="0"/>
          <pc:sldLayoutMkLst>
            <pc:docMk/>
            <pc:sldMasterMk cId="3676200875" sldId="2147483648"/>
            <pc:sldLayoutMk cId="2619886245" sldId="2147483652"/>
          </pc:sldLayoutMkLst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2619886245" sldId="2147483652"/>
              <ac:spMk id="3" creationId="{00000000-0000-0000-0000-000000000000}"/>
            </ac:spMkLst>
          </pc:spChg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2619886245" sldId="2147483652"/>
              <ac:spMk id="4" creationId="{00000000-0000-0000-0000-000000000000}"/>
            </ac:spMkLst>
          </pc:spChg>
        </pc:sldLayoutChg>
        <pc:sldLayoutChg chg="modSp">
          <pc:chgData name="Peter Bernhardt" userId="f2333933-0b12-4d6e-972f-f87625423892" providerId="ADAL" clId="{54BAB7D7-C378-4C4A-B0F8-9DF09AB8FC9C}" dt="2026-03-18T16:35:30.591" v="0"/>
          <pc:sldLayoutMkLst>
            <pc:docMk/>
            <pc:sldMasterMk cId="3676200875" sldId="2147483648"/>
            <pc:sldLayoutMk cId="2535793967" sldId="2147483653"/>
          </pc:sldLayoutMkLst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2535793967" sldId="2147483653"/>
              <ac:spMk id="3" creationId="{00000000-0000-0000-0000-000000000000}"/>
            </ac:spMkLst>
          </pc:spChg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2535793967" sldId="2147483653"/>
              <ac:spMk id="4" creationId="{00000000-0000-0000-0000-000000000000}"/>
            </ac:spMkLst>
          </pc:spChg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2535793967" sldId="2147483653"/>
              <ac:spMk id="5" creationId="{00000000-0000-0000-0000-000000000000}"/>
            </ac:spMkLst>
          </pc:spChg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2535793967" sldId="2147483653"/>
              <ac:spMk id="6" creationId="{00000000-0000-0000-0000-000000000000}"/>
            </ac:spMkLst>
          </pc:spChg>
        </pc:sldLayoutChg>
        <pc:sldLayoutChg chg="modSp">
          <pc:chgData name="Peter Bernhardt" userId="f2333933-0b12-4d6e-972f-f87625423892" providerId="ADAL" clId="{54BAB7D7-C378-4C4A-B0F8-9DF09AB8FC9C}" dt="2026-03-18T16:35:30.591" v="0"/>
          <pc:sldLayoutMkLst>
            <pc:docMk/>
            <pc:sldMasterMk cId="3676200875" sldId="2147483648"/>
            <pc:sldLayoutMk cId="3540895647" sldId="2147483656"/>
          </pc:sldLayoutMkLst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3540895647" sldId="2147483656"/>
              <ac:spMk id="2" creationId="{00000000-0000-0000-0000-000000000000}"/>
            </ac:spMkLst>
          </pc:spChg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3540895647" sldId="2147483656"/>
              <ac:spMk id="3" creationId="{00000000-0000-0000-0000-000000000000}"/>
            </ac:spMkLst>
          </pc:spChg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3540895647" sldId="2147483656"/>
              <ac:spMk id="4" creationId="{00000000-0000-0000-0000-000000000000}"/>
            </ac:spMkLst>
          </pc:spChg>
        </pc:sldLayoutChg>
        <pc:sldLayoutChg chg="modSp">
          <pc:chgData name="Peter Bernhardt" userId="f2333933-0b12-4d6e-972f-f87625423892" providerId="ADAL" clId="{54BAB7D7-C378-4C4A-B0F8-9DF09AB8FC9C}" dt="2026-03-18T16:35:30.591" v="0"/>
          <pc:sldLayoutMkLst>
            <pc:docMk/>
            <pc:sldMasterMk cId="3676200875" sldId="2147483648"/>
            <pc:sldLayoutMk cId="3566899855" sldId="2147483657"/>
          </pc:sldLayoutMkLst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3566899855" sldId="2147483657"/>
              <ac:spMk id="2" creationId="{00000000-0000-0000-0000-000000000000}"/>
            </ac:spMkLst>
          </pc:spChg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3566899855" sldId="2147483657"/>
              <ac:spMk id="3" creationId="{00000000-0000-0000-0000-000000000000}"/>
            </ac:spMkLst>
          </pc:spChg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3566899855" sldId="2147483657"/>
              <ac:spMk id="4" creationId="{00000000-0000-0000-0000-000000000000}"/>
            </ac:spMkLst>
          </pc:spChg>
        </pc:sldLayoutChg>
        <pc:sldLayoutChg chg="modSp">
          <pc:chgData name="Peter Bernhardt" userId="f2333933-0b12-4d6e-972f-f87625423892" providerId="ADAL" clId="{54BAB7D7-C378-4C4A-B0F8-9DF09AB8FC9C}" dt="2026-03-18T16:35:30.591" v="0"/>
          <pc:sldLayoutMkLst>
            <pc:docMk/>
            <pc:sldMasterMk cId="3676200875" sldId="2147483648"/>
            <pc:sldLayoutMk cId="2581529045" sldId="2147483659"/>
          </pc:sldLayoutMkLst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2581529045" sldId="2147483659"/>
              <ac:spMk id="2" creationId="{00000000-0000-0000-0000-000000000000}"/>
            </ac:spMkLst>
          </pc:spChg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2581529045" sldId="2147483659"/>
              <ac:spMk id="3" creationId="{00000000-0000-0000-0000-000000000000}"/>
            </ac:spMkLst>
          </pc:spChg>
        </pc:sldLayoutChg>
      </pc:sldMasterChg>
      <pc:sldMasterChg chg="modSp mod modSldLayout">
        <pc:chgData name="Peter Bernhardt" userId="f2333933-0b12-4d6e-972f-f87625423892" providerId="ADAL" clId="{54BAB7D7-C378-4C4A-B0F8-9DF09AB8FC9C}" dt="2026-03-18T17:16:09.783" v="436" actId="403"/>
        <pc:sldMasterMkLst>
          <pc:docMk/>
          <pc:sldMasterMk cId="3715007525" sldId="2147483750"/>
        </pc:sldMasterMkLst>
        <pc:spChg chg="mod">
          <ac:chgData name="Peter Bernhardt" userId="f2333933-0b12-4d6e-972f-f87625423892" providerId="ADAL" clId="{54BAB7D7-C378-4C4A-B0F8-9DF09AB8FC9C}" dt="2026-03-18T16:41:48.305" v="241" actId="20577"/>
          <ac:spMkLst>
            <pc:docMk/>
            <pc:sldMasterMk cId="3715007525" sldId="2147483750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42:03.580" v="272" actId="14100"/>
          <ac:spMkLst>
            <pc:docMk/>
            <pc:sldMasterMk cId="3715007525" sldId="2147483750"/>
            <ac:spMk id="3" creationId="{00000000-0000-0000-0000-000000000000}"/>
          </ac:spMkLst>
        </pc:spChg>
        <pc:cxnChg chg="mod">
          <ac:chgData name="Peter Bernhardt" userId="f2333933-0b12-4d6e-972f-f87625423892" providerId="ADAL" clId="{54BAB7D7-C378-4C4A-B0F8-9DF09AB8FC9C}" dt="2026-03-18T16:41:55.705" v="265" actId="1035"/>
          <ac:cxnSpMkLst>
            <pc:docMk/>
            <pc:sldMasterMk cId="3715007525" sldId="2147483750"/>
            <ac:cxnSpMk id="10" creationId="{00000000-0000-0000-0000-000000000000}"/>
          </ac:cxnSpMkLst>
        </pc:cxnChg>
        <pc:sldLayoutChg chg="modSp mod">
          <pc:chgData name="Peter Bernhardt" userId="f2333933-0b12-4d6e-972f-f87625423892" providerId="ADAL" clId="{54BAB7D7-C378-4C4A-B0F8-9DF09AB8FC9C}" dt="2026-03-18T16:42:12.756" v="279" actId="404"/>
          <pc:sldLayoutMkLst>
            <pc:docMk/>
            <pc:sldMasterMk cId="3715007525" sldId="2147483750"/>
            <pc:sldLayoutMk cId="1222138658" sldId="2147483751"/>
          </pc:sldLayoutMkLst>
          <pc:spChg chg="mod">
            <ac:chgData name="Peter Bernhardt" userId="f2333933-0b12-4d6e-972f-f87625423892" providerId="ADAL" clId="{54BAB7D7-C378-4C4A-B0F8-9DF09AB8FC9C}" dt="2026-03-18T16:42:12.756" v="279" actId="404"/>
            <ac:spMkLst>
              <pc:docMk/>
              <pc:sldMasterMk cId="3715007525" sldId="2147483750"/>
              <pc:sldLayoutMk cId="1222138658" sldId="2147483751"/>
              <ac:spMk id="2" creationId="{00000000-0000-0000-0000-000000000000}"/>
            </ac:spMkLst>
          </pc:spChg>
        </pc:sldLayoutChg>
        <pc:sldLayoutChg chg="modSp mod">
          <pc:chgData name="Peter Bernhardt" userId="f2333933-0b12-4d6e-972f-f87625423892" providerId="ADAL" clId="{54BAB7D7-C378-4C4A-B0F8-9DF09AB8FC9C}" dt="2026-03-18T17:16:09.783" v="436" actId="403"/>
          <pc:sldLayoutMkLst>
            <pc:docMk/>
            <pc:sldMasterMk cId="3715007525" sldId="2147483750"/>
            <pc:sldLayoutMk cId="2723228330" sldId="2147483752"/>
          </pc:sldLayoutMkLst>
          <pc:spChg chg="mod">
            <ac:chgData name="Peter Bernhardt" userId="f2333933-0b12-4d6e-972f-f87625423892" providerId="ADAL" clId="{54BAB7D7-C378-4C4A-B0F8-9DF09AB8FC9C}" dt="2026-03-18T16:41:24.217" v="210" actId="255"/>
            <ac:spMkLst>
              <pc:docMk/>
              <pc:sldMasterMk cId="3715007525" sldId="2147483750"/>
              <pc:sldLayoutMk cId="2723228330" sldId="2147483752"/>
              <ac:spMk id="2" creationId="{00000000-0000-0000-0000-000000000000}"/>
            </ac:spMkLst>
          </pc:spChg>
          <pc:spChg chg="mod">
            <ac:chgData name="Peter Bernhardt" userId="f2333933-0b12-4d6e-972f-f87625423892" providerId="ADAL" clId="{54BAB7D7-C378-4C4A-B0F8-9DF09AB8FC9C}" dt="2026-03-18T17:16:09.783" v="436" actId="403"/>
            <ac:spMkLst>
              <pc:docMk/>
              <pc:sldMasterMk cId="3715007525" sldId="2147483750"/>
              <pc:sldLayoutMk cId="2723228330" sldId="2147483752"/>
              <ac:spMk id="3" creationId="{00000000-0000-0000-0000-000000000000}"/>
            </ac:spMkLst>
          </pc:spChg>
        </pc:sldLayoutChg>
        <pc:sldLayoutChg chg="modSp mod">
          <pc:chgData name="Peter Bernhardt" userId="f2333933-0b12-4d6e-972f-f87625423892" providerId="ADAL" clId="{54BAB7D7-C378-4C4A-B0F8-9DF09AB8FC9C}" dt="2026-03-18T16:46:14.357" v="293" actId="113"/>
          <pc:sldLayoutMkLst>
            <pc:docMk/>
            <pc:sldMasterMk cId="3715007525" sldId="2147483750"/>
            <pc:sldLayoutMk cId="1145065635" sldId="2147483753"/>
          </pc:sldLayoutMkLst>
          <pc:spChg chg="mod">
            <ac:chgData name="Peter Bernhardt" userId="f2333933-0b12-4d6e-972f-f87625423892" providerId="ADAL" clId="{54BAB7D7-C378-4C4A-B0F8-9DF09AB8FC9C}" dt="2026-03-18T16:46:14.357" v="293" actId="113"/>
            <ac:spMkLst>
              <pc:docMk/>
              <pc:sldMasterMk cId="3715007525" sldId="2147483750"/>
              <pc:sldLayoutMk cId="1145065635" sldId="2147483753"/>
              <ac:spMk id="2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87" y="4800600"/>
            <a:ext cx="6856214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" y="4750737"/>
            <a:ext cx="6856214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569214"/>
            <a:ext cx="565785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8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8779" y="3341716"/>
            <a:ext cx="565785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79308" y="3257550"/>
            <a:ext cx="55549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2138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228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87" y="4800600"/>
            <a:ext cx="6856214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" y="4750737"/>
            <a:ext cx="6856214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569214"/>
            <a:ext cx="565785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220" y="3339846"/>
            <a:ext cx="565785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79308" y="3257550"/>
            <a:ext cx="55549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5065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17220" y="214953"/>
            <a:ext cx="5657850" cy="108806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7220" y="1384302"/>
            <a:ext cx="2777490" cy="30175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97580" y="1384301"/>
            <a:ext cx="2777490" cy="30175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339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617220" y="214953"/>
            <a:ext cx="5657850" cy="108806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220" y="1384539"/>
            <a:ext cx="277749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" y="1936751"/>
            <a:ext cx="2777490" cy="246507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97580" y="1384539"/>
            <a:ext cx="277749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97580" y="1936751"/>
            <a:ext cx="2777490" cy="246507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547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716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87" y="4800600"/>
            <a:ext cx="6856214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0" y="4750737"/>
            <a:ext cx="6856214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07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" y="0"/>
            <a:ext cx="227857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272540" y="0"/>
            <a:ext cx="36005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445769"/>
            <a:ext cx="1800225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0338" y="548640"/>
            <a:ext cx="3651885" cy="39433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7175" y="2194560"/>
            <a:ext cx="1800225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61851" y="4844840"/>
            <a:ext cx="1472912" cy="273844"/>
          </a:xfrm>
        </p:spPr>
        <p:txBody>
          <a:bodyPr/>
          <a:lstStyle>
            <a:lvl1pPr algn="l">
              <a:defRPr/>
            </a:lvl1pPr>
          </a:lstStyle>
          <a:p>
            <a:fld id="{241EB5C9-1307-BA42-ABA2-0BC069CD8E7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00337" y="4844840"/>
            <a:ext cx="2614613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459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3714750"/>
            <a:ext cx="6856214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" y="3686307"/>
            <a:ext cx="6856214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3806190"/>
            <a:ext cx="5692140" cy="617220"/>
          </a:xfrm>
        </p:spPr>
        <p:txBody>
          <a:bodyPr tIns="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" y="0"/>
            <a:ext cx="6857992" cy="3686307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7220" y="4430268"/>
            <a:ext cx="5692140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830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93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87" y="4800600"/>
            <a:ext cx="6856214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0" y="4750737"/>
            <a:ext cx="6856214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09226"/>
            <a:ext cx="1478756" cy="431992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09226"/>
            <a:ext cx="4350544" cy="4319924"/>
          </a:xfrm>
        </p:spPr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6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800600"/>
            <a:ext cx="6858001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4750737"/>
            <a:ext cx="6858001" cy="498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7220" y="214953"/>
            <a:ext cx="5657850" cy="8204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219" y="1103179"/>
            <a:ext cx="5657851" cy="360331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1" y="4844840"/>
            <a:ext cx="139065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73480" y="4844840"/>
            <a:ext cx="271282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69009" y="4844840"/>
            <a:ext cx="73801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71362" y="1058938"/>
            <a:ext cx="560641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5007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800" b="1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Objektorientierte</a:t>
            </a:r>
            <a:r>
              <a:rPr dirty="0"/>
              <a:t> </a:t>
            </a:r>
            <a:r>
              <a:rPr dirty="0" err="1"/>
              <a:t>Programmierung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Woche 1: Refresher &amp; Clean Code</a:t>
            </a:r>
            <a:br/>
            <a:br/>
            <a:r>
              <a:t>Peter Bernhardt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März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Teil 1: Einleitung &amp; Die Relevanz von Code-Qualität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D63386B-EBA3-9B81-3CD0-6DCA7352D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214953"/>
            <a:ext cx="5657850" cy="820429"/>
          </a:xfrm>
        </p:spPr>
        <p:txBody>
          <a:bodyPr/>
          <a:lstStyle/>
          <a:p>
            <a:pPr lvl="0"/>
            <a:r>
              <a:rPr lang="de-DE"/>
              <a:t>Willkommen zum Vertiefungsfach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538" y="1103313"/>
            <a:ext cx="6056146" cy="3603625"/>
          </a:xfrm>
        </p:spPr>
        <p:txBody>
          <a:bodyPr>
            <a:normAutofit/>
          </a:bodyPr>
          <a:lstStyle/>
          <a:p>
            <a:pPr lvl="0"/>
            <a:r>
              <a:rPr lang="de-DE" dirty="0"/>
              <a:t>In </a:t>
            </a:r>
            <a:r>
              <a:rPr lang="de-DE" dirty="0" err="1"/>
              <a:t>diesem</a:t>
            </a:r>
            <a:r>
              <a:rPr lang="de-DE" dirty="0"/>
              <a:t> Semester </a:t>
            </a:r>
            <a:r>
              <a:rPr lang="de-DE" dirty="0" err="1"/>
              <a:t>bewegen</a:t>
            </a:r>
            <a:r>
              <a:rPr lang="de-DE" dirty="0"/>
              <a:t> </a:t>
            </a:r>
            <a:r>
              <a:rPr lang="de-DE" dirty="0" err="1"/>
              <a:t>wir</a:t>
            </a:r>
            <a:r>
              <a:rPr lang="de-DE" dirty="0"/>
              <a:t> </a:t>
            </a:r>
            <a:r>
              <a:rPr lang="de-DE" dirty="0" err="1"/>
              <a:t>uns</a:t>
            </a:r>
            <a:r>
              <a:rPr lang="de-DE" dirty="0"/>
              <a:t> </a:t>
            </a:r>
            <a:r>
              <a:rPr lang="de-DE" dirty="0" err="1"/>
              <a:t>weg</a:t>
            </a:r>
            <a:r>
              <a:rPr lang="de-DE" dirty="0"/>
              <a:t> von der rein </a:t>
            </a:r>
            <a:r>
              <a:rPr lang="de-DE" dirty="0" err="1"/>
              <a:t>funktionalen</a:t>
            </a:r>
            <a:r>
              <a:rPr lang="de-DE" dirty="0"/>
              <a:t> </a:t>
            </a:r>
            <a:r>
              <a:rPr lang="de-DE" dirty="0" err="1"/>
              <a:t>Programmierung</a:t>
            </a:r>
            <a:r>
              <a:rPr lang="de-DE" dirty="0"/>
              <a:t> (“Es </a:t>
            </a:r>
            <a:r>
              <a:rPr lang="de-DE" dirty="0" err="1"/>
              <a:t>läuft</a:t>
            </a:r>
            <a:r>
              <a:rPr lang="de-DE" dirty="0"/>
              <a:t>”) </a:t>
            </a:r>
            <a:r>
              <a:rPr lang="de-DE" dirty="0" err="1"/>
              <a:t>hin</a:t>
            </a:r>
            <a:r>
              <a:rPr lang="de-DE" dirty="0"/>
              <a:t> </a:t>
            </a:r>
            <a:r>
              <a:rPr lang="de-DE" dirty="0" err="1"/>
              <a:t>zum</a:t>
            </a:r>
            <a:r>
              <a:rPr lang="de-DE" dirty="0"/>
              <a:t> Software-Engineering. </a:t>
            </a:r>
          </a:p>
          <a:p>
            <a:pPr lvl="0"/>
            <a:r>
              <a:rPr lang="de-DE" dirty="0"/>
              <a:t>Wir </a:t>
            </a:r>
            <a:r>
              <a:rPr lang="de-DE" dirty="0" err="1"/>
              <a:t>betrachten</a:t>
            </a:r>
            <a:r>
              <a:rPr lang="de-DE" dirty="0"/>
              <a:t> Software </a:t>
            </a:r>
            <a:r>
              <a:rPr lang="de-DE" dirty="0" err="1"/>
              <a:t>als</a:t>
            </a:r>
            <a:r>
              <a:rPr lang="de-DE" dirty="0"/>
              <a:t> </a:t>
            </a:r>
            <a:r>
              <a:rPr lang="de-DE" dirty="0" err="1"/>
              <a:t>ein</a:t>
            </a:r>
            <a:r>
              <a:rPr lang="de-DE" dirty="0"/>
              <a:t> </a:t>
            </a:r>
            <a:r>
              <a:rPr lang="de-DE" dirty="0" err="1"/>
              <a:t>langlebiges</a:t>
            </a:r>
            <a:r>
              <a:rPr lang="de-DE" dirty="0"/>
              <a:t> </a:t>
            </a:r>
            <a:r>
              <a:rPr lang="de-DE" dirty="0" err="1"/>
              <a:t>Produkt</a:t>
            </a:r>
            <a:r>
              <a:rPr lang="de-DE" dirty="0"/>
              <a:t>, das </a:t>
            </a:r>
            <a:r>
              <a:rPr lang="de-DE" dirty="0" err="1"/>
              <a:t>über</a:t>
            </a:r>
            <a:r>
              <a:rPr lang="de-DE" dirty="0"/>
              <a:t> Jahre </a:t>
            </a:r>
            <a:r>
              <a:rPr lang="de-DE" dirty="0" err="1"/>
              <a:t>oder</a:t>
            </a:r>
            <a:r>
              <a:rPr lang="de-DE" dirty="0"/>
              <a:t> </a:t>
            </a:r>
            <a:r>
              <a:rPr lang="de-DE" dirty="0" err="1"/>
              <a:t>Jahrzehnte</a:t>
            </a:r>
            <a:r>
              <a:rPr lang="de-DE" dirty="0"/>
              <a:t> </a:t>
            </a:r>
            <a:r>
              <a:rPr lang="de-DE" dirty="0" err="1"/>
              <a:t>gewartet</a:t>
            </a:r>
            <a:r>
              <a:rPr lang="de-DE" dirty="0"/>
              <a:t> und </a:t>
            </a:r>
            <a:r>
              <a:rPr lang="de-DE" dirty="0" err="1"/>
              <a:t>erweitert</a:t>
            </a:r>
            <a:r>
              <a:rPr lang="de-DE" dirty="0"/>
              <a:t> </a:t>
            </a:r>
            <a:r>
              <a:rPr lang="de-DE" dirty="0" err="1"/>
              <a:t>werden</a:t>
            </a:r>
            <a:r>
              <a:rPr lang="de-DE" dirty="0"/>
              <a:t> muss.</a:t>
            </a:r>
          </a:p>
          <a:p>
            <a:pPr lvl="0"/>
            <a:r>
              <a:rPr lang="de-DE" b="1" dirty="0" err="1"/>
              <a:t>Lernziele</a:t>
            </a:r>
            <a:r>
              <a:rPr lang="de-DE" b="1" dirty="0"/>
              <a:t> für </a:t>
            </a:r>
            <a:r>
              <a:rPr lang="de-DE" b="1" dirty="0" err="1"/>
              <a:t>heute</a:t>
            </a:r>
            <a:r>
              <a:rPr lang="de-DE" b="1" dirty="0"/>
              <a:t>: </a:t>
            </a:r>
          </a:p>
          <a:p>
            <a:pPr marL="363456" lvl="1" indent="-144000">
              <a:lnSpc>
                <a:spcPct val="110000"/>
              </a:lnSpc>
              <a:spcBef>
                <a:spcPts val="0"/>
              </a:spcBef>
              <a:buFont typeface="Symbol" panose="05050102010706020507" pitchFamily="18" charset="2"/>
              <a:buChar char="-"/>
            </a:pPr>
            <a:r>
              <a:rPr lang="de-DE" dirty="0"/>
              <a:t>Den </a:t>
            </a:r>
            <a:r>
              <a:rPr lang="de-DE" dirty="0" err="1"/>
              <a:t>Übergang</a:t>
            </a:r>
            <a:r>
              <a:rPr lang="de-DE" dirty="0"/>
              <a:t> </a:t>
            </a:r>
            <a:r>
              <a:rPr lang="de-DE" dirty="0" err="1"/>
              <a:t>vom</a:t>
            </a:r>
            <a:r>
              <a:rPr lang="de-DE" dirty="0"/>
              <a:t> </a:t>
            </a:r>
            <a:r>
              <a:rPr lang="de-DE" dirty="0" err="1"/>
              <a:t>skriptbasierten</a:t>
            </a:r>
            <a:r>
              <a:rPr lang="de-DE" dirty="0"/>
              <a:t> </a:t>
            </a:r>
            <a:r>
              <a:rPr lang="de-DE" dirty="0" err="1"/>
              <a:t>zum</a:t>
            </a:r>
            <a:r>
              <a:rPr lang="de-DE" dirty="0"/>
              <a:t> </a:t>
            </a:r>
            <a:r>
              <a:rPr lang="de-DE" dirty="0" err="1"/>
              <a:t>objektorientierten</a:t>
            </a:r>
            <a:r>
              <a:rPr lang="de-DE" dirty="0"/>
              <a:t> Denken </a:t>
            </a:r>
            <a:r>
              <a:rPr lang="de-DE" dirty="0" err="1"/>
              <a:t>meistern</a:t>
            </a:r>
            <a:r>
              <a:rPr lang="de-DE" dirty="0"/>
              <a:t>. </a:t>
            </a:r>
          </a:p>
          <a:p>
            <a:pPr marL="363456" lvl="1" indent="-144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</a:pPr>
            <a:r>
              <a:rPr lang="de-DE" dirty="0"/>
              <a:t>Die </a:t>
            </a:r>
            <a:r>
              <a:rPr lang="de-DE" dirty="0" err="1"/>
              <a:t>Prinzipien</a:t>
            </a:r>
            <a:r>
              <a:rPr lang="de-DE" dirty="0"/>
              <a:t> von Clean Code verstehen und </a:t>
            </a:r>
            <a:r>
              <a:rPr lang="de-DE" dirty="0" err="1"/>
              <a:t>anwenden</a:t>
            </a:r>
            <a:r>
              <a:rPr lang="de-DE" dirty="0"/>
              <a:t> </a:t>
            </a:r>
            <a:r>
              <a:rPr lang="de-DE" dirty="0" err="1"/>
              <a:t>können</a:t>
            </a:r>
            <a:r>
              <a:rPr lang="de-DE" dirty="0"/>
              <a:t>. </a:t>
            </a:r>
          </a:p>
          <a:p>
            <a:pPr marL="363456" lvl="1" indent="-144000">
              <a:lnSpc>
                <a:spcPct val="110000"/>
              </a:lnSpc>
              <a:spcBef>
                <a:spcPts val="0"/>
              </a:spcBef>
              <a:buFont typeface="Symbol" panose="05050102010706020507" pitchFamily="18" charset="2"/>
              <a:buChar char="-"/>
            </a:pPr>
            <a:r>
              <a:rPr lang="de-DE" dirty="0"/>
              <a:t>Code-</a:t>
            </a:r>
            <a:r>
              <a:rPr lang="de-DE" dirty="0" err="1"/>
              <a:t>Gerüche</a:t>
            </a:r>
            <a:r>
              <a:rPr lang="de-DE" dirty="0"/>
              <a:t> (Code Smells) </a:t>
            </a:r>
            <a:r>
              <a:rPr lang="de-DE" dirty="0" err="1"/>
              <a:t>identifizieren</a:t>
            </a:r>
            <a:r>
              <a:rPr lang="de-DE" dirty="0"/>
              <a:t> und </a:t>
            </a:r>
            <a:r>
              <a:rPr lang="de-DE" dirty="0" err="1"/>
              <a:t>durch</a:t>
            </a:r>
            <a:r>
              <a:rPr lang="de-DE" dirty="0"/>
              <a:t> Refactoring </a:t>
            </a:r>
            <a:r>
              <a:rPr lang="de-DE" dirty="0" err="1"/>
              <a:t>beseitigen</a:t>
            </a:r>
            <a:r>
              <a:rPr lang="de-DE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Warum “Clean Code” in der Verwaltungsinformatik?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In der </a:t>
            </a:r>
            <a:r>
              <a:rPr dirty="0" err="1"/>
              <a:t>öffentlichen</a:t>
            </a:r>
            <a:r>
              <a:rPr dirty="0"/>
              <a:t> Verwaltung </a:t>
            </a:r>
            <a:r>
              <a:rPr dirty="0" err="1"/>
              <a:t>begegnen</a:t>
            </a:r>
            <a:r>
              <a:rPr dirty="0"/>
              <a:t> </a:t>
            </a:r>
            <a:r>
              <a:rPr dirty="0" err="1"/>
              <a:t>uns</a:t>
            </a:r>
            <a:r>
              <a:rPr dirty="0"/>
              <a:t> oft </a:t>
            </a:r>
            <a:r>
              <a:rPr dirty="0" err="1"/>
              <a:t>Altsysteme</a:t>
            </a:r>
            <a:r>
              <a:rPr dirty="0"/>
              <a:t> (Legacy Code), die </a:t>
            </a:r>
            <a:r>
              <a:rPr dirty="0" err="1"/>
              <a:t>schwer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ändern</a:t>
            </a:r>
            <a:r>
              <a:rPr dirty="0"/>
              <a:t> </a:t>
            </a:r>
            <a:r>
              <a:rPr dirty="0" err="1"/>
              <a:t>sind</a:t>
            </a:r>
            <a:r>
              <a:rPr dirty="0"/>
              <a:t>. </a:t>
            </a:r>
            <a:endParaRPr lang="de-DE" dirty="0"/>
          </a:p>
          <a:p>
            <a:pPr marL="0" lvl="0" indent="0">
              <a:buNone/>
            </a:pPr>
            <a:r>
              <a:rPr dirty="0"/>
              <a:t>Schlechter Code </a:t>
            </a:r>
            <a:r>
              <a:rPr dirty="0" err="1"/>
              <a:t>führt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: </a:t>
            </a:r>
            <a:endParaRPr lang="de-DE" dirty="0"/>
          </a:p>
          <a:p>
            <a:pPr marL="363456" lvl="1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b="1" dirty="0" err="1"/>
              <a:t>Technischen</a:t>
            </a:r>
            <a:r>
              <a:rPr b="1" dirty="0"/>
              <a:t> </a:t>
            </a:r>
            <a:r>
              <a:rPr b="1" dirty="0" err="1"/>
              <a:t>Schulden</a:t>
            </a:r>
            <a:r>
              <a:rPr b="1" dirty="0"/>
              <a:t>:</a:t>
            </a:r>
            <a:r>
              <a:rPr dirty="0"/>
              <a:t> </a:t>
            </a:r>
            <a:r>
              <a:rPr dirty="0" err="1"/>
              <a:t>Jede</a:t>
            </a:r>
            <a:r>
              <a:rPr dirty="0"/>
              <a:t> </a:t>
            </a:r>
            <a:r>
              <a:rPr dirty="0" err="1"/>
              <a:t>schnelle</a:t>
            </a:r>
            <a:r>
              <a:rPr dirty="0"/>
              <a:t>, </a:t>
            </a:r>
            <a:r>
              <a:rPr dirty="0" err="1"/>
              <a:t>unsaubere</a:t>
            </a:r>
            <a:r>
              <a:rPr dirty="0"/>
              <a:t> </a:t>
            </a:r>
            <a:r>
              <a:rPr dirty="0" err="1"/>
              <a:t>Lösung</a:t>
            </a:r>
            <a:r>
              <a:rPr dirty="0"/>
              <a:t> </a:t>
            </a:r>
            <a:r>
              <a:rPr dirty="0" err="1"/>
              <a:t>kostet</a:t>
            </a:r>
            <a:r>
              <a:rPr dirty="0"/>
              <a:t> </a:t>
            </a:r>
            <a:r>
              <a:rPr dirty="0" err="1"/>
              <a:t>uns</a:t>
            </a:r>
            <a:r>
              <a:rPr dirty="0"/>
              <a:t> </a:t>
            </a:r>
            <a:r>
              <a:rPr dirty="0" err="1"/>
              <a:t>später</a:t>
            </a:r>
            <a:r>
              <a:rPr dirty="0"/>
              <a:t> </a:t>
            </a:r>
            <a:r>
              <a:rPr dirty="0" err="1"/>
              <a:t>doppelt</a:t>
            </a:r>
            <a:r>
              <a:rPr dirty="0"/>
              <a:t> so </a:t>
            </a:r>
            <a:r>
              <a:rPr dirty="0" err="1"/>
              <a:t>viel</a:t>
            </a:r>
            <a:r>
              <a:rPr dirty="0"/>
              <a:t> Zeit. </a:t>
            </a:r>
            <a:endParaRPr lang="de-DE" dirty="0"/>
          </a:p>
          <a:p>
            <a:pPr marL="363456" lvl="1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b="1" dirty="0" err="1"/>
              <a:t>Fehleranfälligkeit</a:t>
            </a:r>
            <a:r>
              <a:rPr b="1" dirty="0"/>
              <a:t>:</a:t>
            </a:r>
            <a:r>
              <a:rPr dirty="0"/>
              <a:t> </a:t>
            </a:r>
            <a:r>
              <a:rPr dirty="0" err="1"/>
              <a:t>Unübersichtlicher</a:t>
            </a:r>
            <a:r>
              <a:rPr dirty="0"/>
              <a:t> Code </a:t>
            </a:r>
            <a:r>
              <a:rPr dirty="0" err="1"/>
              <a:t>versteckt</a:t>
            </a:r>
            <a:r>
              <a:rPr dirty="0"/>
              <a:t> Bugs </a:t>
            </a:r>
            <a:r>
              <a:rPr dirty="0" err="1"/>
              <a:t>effektiver</a:t>
            </a:r>
            <a:r>
              <a:rPr dirty="0"/>
              <a:t>. </a:t>
            </a:r>
            <a:endParaRPr lang="de-DE" dirty="0"/>
          </a:p>
          <a:p>
            <a:pPr marL="363456" lvl="1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</a:pPr>
            <a:r>
              <a:rPr b="1" dirty="0" err="1"/>
              <a:t>Wartungskosten</a:t>
            </a:r>
            <a:r>
              <a:rPr b="1" dirty="0"/>
              <a:t>:</a:t>
            </a:r>
            <a:r>
              <a:rPr dirty="0"/>
              <a:t> In der IT </a:t>
            </a:r>
            <a:r>
              <a:rPr dirty="0" err="1"/>
              <a:t>entfallen</a:t>
            </a:r>
            <a:r>
              <a:rPr dirty="0"/>
              <a:t> oft bis </a:t>
            </a:r>
            <a:r>
              <a:rPr dirty="0" err="1"/>
              <a:t>zu</a:t>
            </a:r>
            <a:r>
              <a:rPr dirty="0"/>
              <a:t> 80% der </a:t>
            </a:r>
            <a:r>
              <a:rPr dirty="0" err="1"/>
              <a:t>Gesamtkosten</a:t>
            </a:r>
            <a:r>
              <a:rPr dirty="0"/>
              <a:t> auf die </a:t>
            </a:r>
            <a:r>
              <a:rPr dirty="0" err="1"/>
              <a:t>Wartung</a:t>
            </a:r>
            <a:r>
              <a:rPr dirty="0"/>
              <a:t> </a:t>
            </a:r>
            <a:r>
              <a:rPr dirty="0" err="1"/>
              <a:t>nach</a:t>
            </a:r>
            <a:r>
              <a:rPr dirty="0"/>
              <a:t> dem Release.</a:t>
            </a:r>
          </a:p>
          <a:p>
            <a:pPr marL="0" lvl="0" indent="0">
              <a:buNone/>
            </a:pPr>
            <a:r>
              <a:rPr dirty="0"/>
              <a:t>Clean Code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kein</a:t>
            </a:r>
            <a:r>
              <a:rPr dirty="0"/>
              <a:t> </a:t>
            </a:r>
            <a:r>
              <a:rPr dirty="0" err="1"/>
              <a:t>Selbstzweck</a:t>
            </a:r>
            <a:r>
              <a:rPr dirty="0"/>
              <a:t>, </a:t>
            </a:r>
            <a:r>
              <a:rPr dirty="0" err="1"/>
              <a:t>sondern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ökonomische</a:t>
            </a:r>
            <a:r>
              <a:rPr dirty="0"/>
              <a:t> </a:t>
            </a:r>
            <a:r>
              <a:rPr dirty="0" err="1"/>
              <a:t>Notwendigkeit</a:t>
            </a:r>
            <a:r>
              <a:rPr dirty="0"/>
              <a:t> für </a:t>
            </a:r>
            <a:r>
              <a:rPr dirty="0" err="1"/>
              <a:t>nachhaltige</a:t>
            </a:r>
            <a:r>
              <a:rPr dirty="0"/>
              <a:t> </a:t>
            </a:r>
            <a:r>
              <a:rPr dirty="0" err="1"/>
              <a:t>Digitalisierung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Das “Broken Window” Prinzip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dirty="0"/>
              <a:t>Dieses </a:t>
            </a:r>
            <a:r>
              <a:rPr b="1" dirty="0" err="1"/>
              <a:t>Konzept</a:t>
            </a:r>
            <a:r>
              <a:rPr b="1" dirty="0"/>
              <a:t> </a:t>
            </a:r>
            <a:r>
              <a:rPr b="1" dirty="0" err="1"/>
              <a:t>aus</a:t>
            </a:r>
            <a:r>
              <a:rPr b="1" dirty="0"/>
              <a:t> der </a:t>
            </a:r>
            <a:r>
              <a:rPr b="1" dirty="0" err="1"/>
              <a:t>Kriminologie</a:t>
            </a:r>
            <a:r>
              <a:rPr b="1" dirty="0"/>
              <a:t> </a:t>
            </a:r>
            <a:r>
              <a:rPr dirty="0" err="1"/>
              <a:t>lässt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</a:t>
            </a:r>
            <a:r>
              <a:rPr dirty="0" err="1"/>
              <a:t>perfekt</a:t>
            </a:r>
            <a:r>
              <a:rPr dirty="0"/>
              <a:t> auf die </a:t>
            </a:r>
            <a:r>
              <a:rPr dirty="0" err="1"/>
              <a:t>Softwareentwicklung</a:t>
            </a:r>
            <a:r>
              <a:rPr dirty="0"/>
              <a:t> </a:t>
            </a:r>
            <a:r>
              <a:rPr dirty="0" err="1"/>
              <a:t>übertragen</a:t>
            </a:r>
            <a:r>
              <a:rPr dirty="0"/>
              <a:t>: </a:t>
            </a:r>
            <a:endParaRPr lang="de-DE" dirty="0"/>
          </a:p>
          <a:p>
            <a:pPr marL="219456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sz="1800" i="1" dirty="0"/>
              <a:t>Ein </a:t>
            </a:r>
            <a:r>
              <a:rPr sz="1800" i="1" dirty="0" err="1"/>
              <a:t>ungepflegtes</a:t>
            </a:r>
            <a:r>
              <a:rPr sz="1800" i="1" dirty="0"/>
              <a:t> </a:t>
            </a:r>
            <a:r>
              <a:rPr sz="1800" i="1" dirty="0" err="1"/>
              <a:t>Gebäude</a:t>
            </a:r>
            <a:r>
              <a:rPr sz="1800" i="1" dirty="0"/>
              <a:t> </a:t>
            </a:r>
            <a:r>
              <a:rPr sz="1800" i="1" dirty="0" err="1"/>
              <a:t>mit</a:t>
            </a:r>
            <a:r>
              <a:rPr sz="1800" i="1" dirty="0"/>
              <a:t> </a:t>
            </a:r>
            <a:r>
              <a:rPr sz="1800" i="1" dirty="0" err="1"/>
              <a:t>einem</a:t>
            </a:r>
            <a:r>
              <a:rPr sz="1800" i="1" dirty="0"/>
              <a:t> </a:t>
            </a:r>
            <a:r>
              <a:rPr sz="1800" i="1" dirty="0" err="1"/>
              <a:t>kaputten</a:t>
            </a:r>
            <a:r>
              <a:rPr sz="1800" i="1" dirty="0"/>
              <a:t> Fenster </a:t>
            </a:r>
            <a:r>
              <a:rPr sz="1800" i="1" dirty="0" err="1"/>
              <a:t>signalisiert</a:t>
            </a:r>
            <a:r>
              <a:rPr sz="1800" i="1" dirty="0"/>
              <a:t>: “Hier </a:t>
            </a:r>
            <a:r>
              <a:rPr sz="1800" i="1" dirty="0" err="1"/>
              <a:t>kümmert</a:t>
            </a:r>
            <a:r>
              <a:rPr sz="1800" i="1" dirty="0"/>
              <a:t> </a:t>
            </a:r>
            <a:r>
              <a:rPr sz="1800" i="1" dirty="0" err="1"/>
              <a:t>sich</a:t>
            </a:r>
            <a:r>
              <a:rPr sz="1800" i="1" dirty="0"/>
              <a:t> </a:t>
            </a:r>
            <a:r>
              <a:rPr sz="1800" i="1" dirty="0" err="1"/>
              <a:t>niemand</a:t>
            </a:r>
            <a:r>
              <a:rPr sz="1800" i="1" dirty="0"/>
              <a:t>”. Bald </a:t>
            </a:r>
            <a:r>
              <a:rPr sz="1800" i="1" dirty="0" err="1"/>
              <a:t>folgen</a:t>
            </a:r>
            <a:r>
              <a:rPr sz="1800" i="1" dirty="0"/>
              <a:t> </a:t>
            </a:r>
            <a:r>
              <a:rPr sz="1800" i="1" dirty="0" err="1"/>
              <a:t>weitere</a:t>
            </a:r>
            <a:r>
              <a:rPr sz="1800" i="1" dirty="0"/>
              <a:t> Fenster und </a:t>
            </a:r>
            <a:r>
              <a:rPr sz="1800" i="1" dirty="0" err="1"/>
              <a:t>Vandalismus</a:t>
            </a:r>
            <a:r>
              <a:rPr sz="1800" i="1" dirty="0"/>
              <a:t>. </a:t>
            </a:r>
            <a:endParaRPr lang="de-DE" sz="1800" i="1" dirty="0"/>
          </a:p>
          <a:p>
            <a:pPr marL="0" lv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dirty="0" err="1"/>
              <a:t>Übertragung</a:t>
            </a:r>
            <a:r>
              <a:rPr b="1" dirty="0"/>
              <a:t> auf Code:</a:t>
            </a:r>
            <a:r>
              <a:rPr dirty="0"/>
              <a:t> Wenn </a:t>
            </a:r>
            <a:r>
              <a:rPr dirty="0" err="1"/>
              <a:t>ein</a:t>
            </a:r>
            <a:r>
              <a:rPr dirty="0"/>
              <a:t> Modul </a:t>
            </a:r>
            <a:r>
              <a:rPr dirty="0" err="1"/>
              <a:t>bereits</a:t>
            </a:r>
            <a:r>
              <a:rPr dirty="0"/>
              <a:t> </a:t>
            </a:r>
            <a:r>
              <a:rPr dirty="0" err="1"/>
              <a:t>unordentlich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, </a:t>
            </a:r>
            <a:r>
              <a:rPr dirty="0" err="1"/>
              <a:t>neigen</a:t>
            </a:r>
            <a:r>
              <a:rPr dirty="0"/>
              <a:t> </a:t>
            </a:r>
            <a:r>
              <a:rPr dirty="0" err="1"/>
              <a:t>Entwickler</a:t>
            </a:r>
            <a:r>
              <a:rPr dirty="0"/>
              <a:t> </a:t>
            </a:r>
            <a:r>
              <a:rPr dirty="0" err="1"/>
              <a:t>dazu</a:t>
            </a:r>
            <a:r>
              <a:rPr dirty="0"/>
              <a:t>, </a:t>
            </a:r>
            <a:r>
              <a:rPr dirty="0" err="1"/>
              <a:t>ihren</a:t>
            </a:r>
            <a:r>
              <a:rPr dirty="0"/>
              <a:t> </a:t>
            </a:r>
            <a:r>
              <a:rPr dirty="0" err="1"/>
              <a:t>neuen</a:t>
            </a:r>
            <a:r>
              <a:rPr dirty="0"/>
              <a:t> Code </a:t>
            </a:r>
            <a:r>
              <a:rPr dirty="0" err="1"/>
              <a:t>ebenfalls</a:t>
            </a:r>
            <a:r>
              <a:rPr dirty="0"/>
              <a:t> </a:t>
            </a:r>
            <a:r>
              <a:rPr dirty="0" err="1"/>
              <a:t>unsauber</a:t>
            </a:r>
            <a:r>
              <a:rPr dirty="0"/>
              <a:t> </a:t>
            </a:r>
            <a:r>
              <a:rPr dirty="0" err="1"/>
              <a:t>hinzuzufügen</a:t>
            </a:r>
            <a:r>
              <a:rPr dirty="0"/>
              <a:t> (“Auf das </a:t>
            </a:r>
            <a:r>
              <a:rPr dirty="0" err="1"/>
              <a:t>bisschen</a:t>
            </a:r>
            <a:r>
              <a:rPr dirty="0"/>
              <a:t> Chaos </a:t>
            </a:r>
            <a:r>
              <a:rPr dirty="0" err="1"/>
              <a:t>kommt</a:t>
            </a:r>
            <a:r>
              <a:rPr dirty="0"/>
              <a:t> es </a:t>
            </a:r>
            <a:r>
              <a:rPr dirty="0" err="1"/>
              <a:t>auch</a:t>
            </a:r>
            <a:r>
              <a:rPr dirty="0"/>
              <a:t> nicht </a:t>
            </a:r>
            <a:r>
              <a:rPr dirty="0" err="1"/>
              <a:t>mehr</a:t>
            </a:r>
            <a:r>
              <a:rPr dirty="0"/>
              <a:t> an”). </a:t>
            </a:r>
            <a:endParaRPr lang="de-DE" dirty="0"/>
          </a:p>
          <a:p>
            <a:pPr marL="0" lv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dirty="0" err="1"/>
              <a:t>Gegenmaßnahme</a:t>
            </a:r>
            <a:r>
              <a:rPr b="1" dirty="0"/>
              <a:t>:</a:t>
            </a:r>
            <a:r>
              <a:rPr dirty="0"/>
              <a:t> </a:t>
            </a:r>
            <a:r>
              <a:rPr dirty="0" err="1"/>
              <a:t>Halten</a:t>
            </a:r>
            <a:r>
              <a:rPr dirty="0"/>
              <a:t> Sie den Code von Anfang an </a:t>
            </a:r>
            <a:r>
              <a:rPr dirty="0" err="1"/>
              <a:t>sauber</a:t>
            </a:r>
            <a:r>
              <a:rPr dirty="0"/>
              <a:t>. </a:t>
            </a:r>
            <a:r>
              <a:rPr dirty="0" err="1"/>
              <a:t>Reparieren</a:t>
            </a:r>
            <a:r>
              <a:rPr dirty="0"/>
              <a:t> Sie “</a:t>
            </a:r>
            <a:r>
              <a:rPr dirty="0" err="1"/>
              <a:t>kaputte</a:t>
            </a:r>
            <a:r>
              <a:rPr dirty="0"/>
              <a:t> Fenster” </a:t>
            </a:r>
            <a:r>
              <a:rPr dirty="0" err="1"/>
              <a:t>sofort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Teil 2: Der Mindset-Shift zur OOP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5C0326A-A5D8-0BA5-24D2-B7E30EF624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Prozedurales vs. Objektorientiertes Denken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219" y="1103179"/>
            <a:ext cx="6080402" cy="3603318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/>
              <a:t>Viele </a:t>
            </a:r>
            <a:r>
              <a:rPr dirty="0" err="1"/>
              <a:t>Studierende</a:t>
            </a:r>
            <a:r>
              <a:rPr dirty="0"/>
              <a:t> </a:t>
            </a:r>
            <a:r>
              <a:rPr dirty="0" err="1"/>
              <a:t>kommen</a:t>
            </a:r>
            <a:r>
              <a:rPr dirty="0"/>
              <a:t> </a:t>
            </a:r>
            <a:r>
              <a:rPr dirty="0" err="1"/>
              <a:t>aus</a:t>
            </a:r>
            <a:r>
              <a:rPr dirty="0"/>
              <a:t> der Welt der </a:t>
            </a:r>
            <a:r>
              <a:rPr dirty="0" err="1"/>
              <a:t>Skripte</a:t>
            </a:r>
            <a:r>
              <a:rPr dirty="0"/>
              <a:t> (Python, C, JavaScript-Snippets). Dort </a:t>
            </a:r>
            <a:r>
              <a:rPr dirty="0" err="1"/>
              <a:t>ist</a:t>
            </a:r>
            <a:r>
              <a:rPr dirty="0"/>
              <a:t> der Code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lineare</a:t>
            </a:r>
            <a:r>
              <a:rPr dirty="0"/>
              <a:t> </a:t>
            </a:r>
            <a:r>
              <a:rPr dirty="0" err="1"/>
              <a:t>Abfolge</a:t>
            </a:r>
            <a:r>
              <a:rPr dirty="0"/>
              <a:t> von </a:t>
            </a:r>
            <a:r>
              <a:rPr dirty="0" err="1"/>
              <a:t>Befehlen</a:t>
            </a:r>
            <a:r>
              <a:rPr dirty="0"/>
              <a:t>.</a:t>
            </a:r>
          </a:p>
          <a:p>
            <a:pPr marL="0" lvl="0" indent="0">
              <a:buNone/>
            </a:pPr>
            <a:r>
              <a:rPr b="1" dirty="0"/>
              <a:t>Das </a:t>
            </a:r>
            <a:r>
              <a:rPr b="1" dirty="0" err="1"/>
              <a:t>prozedurale</a:t>
            </a:r>
            <a:r>
              <a:rPr b="1" dirty="0"/>
              <a:t> </a:t>
            </a:r>
            <a:r>
              <a:rPr b="1" dirty="0" err="1"/>
              <a:t>Paradigma</a:t>
            </a:r>
            <a:r>
              <a:rPr b="1" dirty="0"/>
              <a:t>:</a:t>
            </a:r>
            <a:r>
              <a:rPr dirty="0"/>
              <a:t> </a:t>
            </a:r>
            <a:endParaRPr lang="de-DE" dirty="0"/>
          </a:p>
          <a:p>
            <a:pPr marL="144000" indent="-144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</a:pPr>
            <a:r>
              <a:rPr dirty="0" err="1"/>
              <a:t>Fokus</a:t>
            </a:r>
            <a:r>
              <a:rPr dirty="0"/>
              <a:t> auf den </a:t>
            </a:r>
            <a:r>
              <a:rPr dirty="0" err="1"/>
              <a:t>Algorithmus</a:t>
            </a:r>
            <a:r>
              <a:rPr dirty="0"/>
              <a:t>: “Was muss </a:t>
            </a:r>
            <a:r>
              <a:rPr dirty="0" err="1"/>
              <a:t>nacheinander</a:t>
            </a:r>
            <a:r>
              <a:rPr dirty="0"/>
              <a:t> </a:t>
            </a:r>
            <a:r>
              <a:rPr dirty="0" err="1"/>
              <a:t>passieren</a:t>
            </a:r>
            <a:r>
              <a:rPr dirty="0"/>
              <a:t>?” </a:t>
            </a:r>
            <a:endParaRPr lang="de-DE" dirty="0"/>
          </a:p>
          <a:p>
            <a:pPr marL="144000" indent="-144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</a:pPr>
            <a:r>
              <a:rPr dirty="0" err="1"/>
              <a:t>Daten</a:t>
            </a:r>
            <a:r>
              <a:rPr dirty="0"/>
              <a:t> (</a:t>
            </a:r>
            <a:r>
              <a:rPr dirty="0" err="1"/>
              <a:t>Variablen</a:t>
            </a:r>
            <a:r>
              <a:rPr dirty="0"/>
              <a:t>) und </a:t>
            </a:r>
            <a:r>
              <a:rPr dirty="0" err="1"/>
              <a:t>Funktionen</a:t>
            </a:r>
            <a:r>
              <a:rPr dirty="0"/>
              <a:t> (Logik) </a:t>
            </a:r>
            <a:r>
              <a:rPr dirty="0" err="1"/>
              <a:t>sind</a:t>
            </a:r>
            <a:r>
              <a:rPr dirty="0"/>
              <a:t> </a:t>
            </a:r>
            <a:r>
              <a:rPr dirty="0" err="1"/>
              <a:t>getrennt</a:t>
            </a:r>
            <a:r>
              <a:rPr dirty="0"/>
              <a:t>.</a:t>
            </a:r>
          </a:p>
          <a:p>
            <a:pPr marL="0" lvl="0" indent="0">
              <a:buNone/>
            </a:pPr>
            <a:endParaRPr lang="de-DE" b="1" dirty="0"/>
          </a:p>
          <a:p>
            <a:pPr marL="0" lvl="0" indent="0">
              <a:buNone/>
            </a:pPr>
            <a:r>
              <a:rPr b="1" dirty="0"/>
              <a:t>Das </a:t>
            </a:r>
            <a:r>
              <a:rPr b="1" dirty="0" err="1"/>
              <a:t>objektorientierte</a:t>
            </a:r>
            <a:r>
              <a:rPr b="1" dirty="0"/>
              <a:t> </a:t>
            </a:r>
            <a:r>
              <a:rPr b="1" dirty="0" err="1"/>
              <a:t>Paradigma</a:t>
            </a:r>
            <a:r>
              <a:rPr b="1" dirty="0"/>
              <a:t>:</a:t>
            </a:r>
            <a:r>
              <a:rPr dirty="0"/>
              <a:t> </a:t>
            </a:r>
            <a:endParaRPr lang="de-DE" dirty="0"/>
          </a:p>
          <a:p>
            <a:pPr marL="144000" indent="-144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</a:pPr>
            <a:r>
              <a:rPr dirty="0" err="1"/>
              <a:t>Fokus</a:t>
            </a:r>
            <a:r>
              <a:rPr dirty="0"/>
              <a:t> auf die </a:t>
            </a:r>
            <a:r>
              <a:rPr dirty="0" err="1"/>
              <a:t>Domäne</a:t>
            </a:r>
            <a:r>
              <a:rPr dirty="0"/>
              <a:t>: “</a:t>
            </a:r>
            <a:r>
              <a:rPr dirty="0" err="1"/>
              <a:t>Welche</a:t>
            </a:r>
            <a:r>
              <a:rPr dirty="0"/>
              <a:t> </a:t>
            </a:r>
            <a:r>
              <a:rPr dirty="0" err="1"/>
              <a:t>Akteure</a:t>
            </a:r>
            <a:r>
              <a:rPr dirty="0"/>
              <a:t> (</a:t>
            </a:r>
            <a:r>
              <a:rPr dirty="0" err="1"/>
              <a:t>Objekte</a:t>
            </a:r>
            <a:r>
              <a:rPr dirty="0"/>
              <a:t>) </a:t>
            </a:r>
            <a:r>
              <a:rPr dirty="0" err="1"/>
              <a:t>gibt</a:t>
            </a:r>
            <a:r>
              <a:rPr dirty="0"/>
              <a:t> es und was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ihre</a:t>
            </a:r>
            <a:r>
              <a:rPr dirty="0"/>
              <a:t> </a:t>
            </a:r>
            <a:r>
              <a:rPr dirty="0" err="1"/>
              <a:t>Verantwortung</a:t>
            </a:r>
            <a:r>
              <a:rPr dirty="0"/>
              <a:t>?” </a:t>
            </a:r>
            <a:endParaRPr lang="de-DE" dirty="0"/>
          </a:p>
          <a:p>
            <a:pPr marL="144000" indent="-144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</a:pPr>
            <a:r>
              <a:rPr dirty="0" err="1"/>
              <a:t>Daten</a:t>
            </a:r>
            <a:r>
              <a:rPr dirty="0"/>
              <a:t> und die Logik, die </a:t>
            </a:r>
            <a:r>
              <a:rPr dirty="0" err="1"/>
              <a:t>diese</a:t>
            </a:r>
            <a:r>
              <a:rPr dirty="0"/>
              <a:t> </a:t>
            </a:r>
            <a:r>
              <a:rPr dirty="0" err="1"/>
              <a:t>manipuliert</a:t>
            </a:r>
            <a:r>
              <a:rPr dirty="0"/>
              <a:t>, </a:t>
            </a:r>
            <a:r>
              <a:rPr dirty="0" err="1"/>
              <a:t>bilden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Einheit (</a:t>
            </a:r>
            <a:r>
              <a:rPr dirty="0" err="1"/>
              <a:t>Kapselung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Beispiel: Der prozedurale Ansatz (Anti-Pattern)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Oft </a:t>
            </a:r>
            <a:r>
              <a:rPr dirty="0" err="1"/>
              <a:t>sieht</a:t>
            </a:r>
            <a:r>
              <a:rPr dirty="0"/>
              <a:t> man Code, </a:t>
            </a:r>
            <a:r>
              <a:rPr dirty="0" err="1"/>
              <a:t>bei</a:t>
            </a:r>
            <a:r>
              <a:rPr dirty="0"/>
              <a:t> dem </a:t>
            </a:r>
            <a:r>
              <a:rPr dirty="0" err="1"/>
              <a:t>Daten</a:t>
            </a:r>
            <a:r>
              <a:rPr dirty="0"/>
              <a:t> lose </a:t>
            </a:r>
            <a:r>
              <a:rPr dirty="0" err="1"/>
              <a:t>als</a:t>
            </a:r>
            <a:r>
              <a:rPr dirty="0"/>
              <a:t> Arrays </a:t>
            </a:r>
            <a:r>
              <a:rPr dirty="0" err="1"/>
              <a:t>oder</a:t>
            </a:r>
            <a:r>
              <a:rPr dirty="0"/>
              <a:t> </a:t>
            </a:r>
            <a:r>
              <a:rPr dirty="0" err="1"/>
              <a:t>einfache</a:t>
            </a:r>
            <a:r>
              <a:rPr dirty="0"/>
              <a:t> </a:t>
            </a:r>
            <a:r>
              <a:rPr dirty="0" err="1"/>
              <a:t>Variablen</a:t>
            </a:r>
            <a:r>
              <a:rPr dirty="0"/>
              <a:t> </a:t>
            </a:r>
            <a:r>
              <a:rPr dirty="0" err="1"/>
              <a:t>verwaltet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. Das </a:t>
            </a:r>
            <a:r>
              <a:rPr dirty="0" err="1"/>
              <a:t>führt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unübersichtlichen</a:t>
            </a:r>
            <a:r>
              <a:rPr dirty="0"/>
              <a:t> </a:t>
            </a:r>
            <a:r>
              <a:rPr dirty="0" err="1"/>
              <a:t>Methodenaufrufen</a:t>
            </a:r>
            <a:r>
              <a:rPr dirty="0"/>
              <a:t>:</a:t>
            </a:r>
          </a:p>
          <a:p>
            <a:pPr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i="1" dirty="0">
                <a:solidFill>
                  <a:srgbClr val="60A0B0"/>
                </a:solidFill>
                <a:latin typeface="Consolas" panose="020B0609020204030204" pitchFamily="49" charset="0"/>
              </a:rPr>
              <a:t>// </a:t>
            </a:r>
            <a:r>
              <a:rPr sz="1200" i="1" dirty="0" err="1">
                <a:solidFill>
                  <a:srgbClr val="60A0B0"/>
                </a:solidFill>
                <a:latin typeface="Consolas" panose="020B0609020204030204" pitchFamily="49" charset="0"/>
              </a:rPr>
              <a:t>Daten</a:t>
            </a:r>
            <a:r>
              <a:rPr sz="1200" i="1" dirty="0">
                <a:solidFill>
                  <a:srgbClr val="60A0B0"/>
                </a:solidFill>
                <a:latin typeface="Consolas" panose="020B0609020204030204" pitchFamily="49" charset="0"/>
              </a:rPr>
              <a:t> </a:t>
            </a:r>
            <a:r>
              <a:rPr sz="1200" i="1" dirty="0" err="1">
                <a:solidFill>
                  <a:srgbClr val="60A0B0"/>
                </a:solidFill>
                <a:latin typeface="Consolas" panose="020B0609020204030204" pitchFamily="49" charset="0"/>
              </a:rPr>
              <a:t>sind</a:t>
            </a:r>
            <a:r>
              <a:rPr sz="1200" i="1" dirty="0">
                <a:solidFill>
                  <a:srgbClr val="60A0B0"/>
                </a:solidFill>
                <a:latin typeface="Consolas" panose="020B0609020204030204" pitchFamily="49" charset="0"/>
              </a:rPr>
              <a:t> lose</a:t>
            </a:r>
            <a:br>
              <a:rPr sz="1200" dirty="0">
                <a:latin typeface="Consolas" panose="020B0609020204030204" pitchFamily="49" charset="0"/>
              </a:rPr>
            </a:br>
            <a:r>
              <a:rPr sz="1200" dirty="0">
                <a:solidFill>
                  <a:srgbClr val="902000"/>
                </a:solidFill>
                <a:latin typeface="Consolas" panose="020B0609020204030204" pitchFamily="49" charset="0"/>
              </a:rPr>
              <a:t>string</a:t>
            </a:r>
            <a:r>
              <a:rPr sz="1200" dirty="0">
                <a:latin typeface="Consolas" panose="020B0609020204030204" pitchFamily="49" charset="0"/>
              </a:rPr>
              <a:t> </a:t>
            </a:r>
            <a:r>
              <a:rPr sz="1200" dirty="0" err="1">
                <a:latin typeface="Consolas" panose="020B0609020204030204" pitchFamily="49" charset="0"/>
              </a:rPr>
              <a:t>vorname</a:t>
            </a:r>
            <a:r>
              <a:rPr sz="1200" dirty="0">
                <a:latin typeface="Consolas" panose="020B0609020204030204" pitchFamily="49" charset="0"/>
              </a:rPr>
              <a:t> </a:t>
            </a:r>
            <a:r>
              <a:rPr sz="1200" dirty="0">
                <a:solidFill>
                  <a:srgbClr val="666666"/>
                </a:solidFill>
                <a:latin typeface="Consolas" panose="020B0609020204030204" pitchFamily="49" charset="0"/>
              </a:rPr>
              <a:t>=</a:t>
            </a:r>
            <a:r>
              <a:rPr sz="1200" dirty="0">
                <a:latin typeface="Consolas" panose="020B0609020204030204" pitchFamily="49" charset="0"/>
              </a:rPr>
              <a:t> </a:t>
            </a:r>
            <a:r>
              <a:rPr sz="1200" dirty="0">
                <a:solidFill>
                  <a:srgbClr val="4070A0"/>
                </a:solidFill>
                <a:latin typeface="Consolas" panose="020B0609020204030204" pitchFamily="49" charset="0"/>
              </a:rPr>
              <a:t>"Max"</a:t>
            </a:r>
            <a:r>
              <a:rPr sz="1200" dirty="0">
                <a:solidFill>
                  <a:srgbClr val="666666"/>
                </a:solidFill>
                <a:latin typeface="Consolas" panose="020B0609020204030204" pitchFamily="49" charset="0"/>
              </a:rPr>
              <a:t>;</a:t>
            </a:r>
            <a:br>
              <a:rPr sz="1200" dirty="0">
                <a:latin typeface="Consolas" panose="020B0609020204030204" pitchFamily="49" charset="0"/>
              </a:rPr>
            </a:br>
            <a:r>
              <a:rPr sz="1200" dirty="0">
                <a:solidFill>
                  <a:srgbClr val="902000"/>
                </a:solidFill>
                <a:latin typeface="Consolas" panose="020B0609020204030204" pitchFamily="49" charset="0"/>
              </a:rPr>
              <a:t>string</a:t>
            </a:r>
            <a:r>
              <a:rPr sz="1200" dirty="0">
                <a:latin typeface="Consolas" panose="020B0609020204030204" pitchFamily="49" charset="0"/>
              </a:rPr>
              <a:t> </a:t>
            </a:r>
            <a:r>
              <a:rPr sz="1200" dirty="0" err="1">
                <a:latin typeface="Consolas" panose="020B0609020204030204" pitchFamily="49" charset="0"/>
              </a:rPr>
              <a:t>nachname</a:t>
            </a:r>
            <a:r>
              <a:rPr sz="1200" dirty="0">
                <a:latin typeface="Consolas" panose="020B0609020204030204" pitchFamily="49" charset="0"/>
              </a:rPr>
              <a:t> </a:t>
            </a:r>
            <a:r>
              <a:rPr sz="1200" dirty="0">
                <a:solidFill>
                  <a:srgbClr val="666666"/>
                </a:solidFill>
                <a:latin typeface="Consolas" panose="020B0609020204030204" pitchFamily="49" charset="0"/>
              </a:rPr>
              <a:t>=</a:t>
            </a:r>
            <a:r>
              <a:rPr sz="1200" dirty="0">
                <a:latin typeface="Consolas" panose="020B0609020204030204" pitchFamily="49" charset="0"/>
              </a:rPr>
              <a:t> </a:t>
            </a:r>
            <a:r>
              <a:rPr sz="1200" dirty="0">
                <a:solidFill>
                  <a:srgbClr val="4070A0"/>
                </a:solidFill>
                <a:latin typeface="Consolas" panose="020B0609020204030204" pitchFamily="49" charset="0"/>
              </a:rPr>
              <a:t>"</a:t>
            </a:r>
            <a:r>
              <a:rPr sz="1200" dirty="0" err="1">
                <a:solidFill>
                  <a:srgbClr val="4070A0"/>
                </a:solidFill>
                <a:latin typeface="Consolas" panose="020B0609020204030204" pitchFamily="49" charset="0"/>
              </a:rPr>
              <a:t>Mustermann</a:t>
            </a:r>
            <a:r>
              <a:rPr sz="1200" dirty="0">
                <a:solidFill>
                  <a:srgbClr val="4070A0"/>
                </a:solidFill>
                <a:latin typeface="Consolas" panose="020B0609020204030204" pitchFamily="49" charset="0"/>
              </a:rPr>
              <a:t>"</a:t>
            </a:r>
            <a:r>
              <a:rPr sz="1200" dirty="0">
                <a:solidFill>
                  <a:srgbClr val="666666"/>
                </a:solidFill>
                <a:latin typeface="Consolas" panose="020B0609020204030204" pitchFamily="49" charset="0"/>
              </a:rPr>
              <a:t>;</a:t>
            </a:r>
            <a:br>
              <a:rPr sz="1200" dirty="0">
                <a:latin typeface="Consolas" panose="020B0609020204030204" pitchFamily="49" charset="0"/>
              </a:rPr>
            </a:br>
            <a:r>
              <a:rPr sz="1200" dirty="0">
                <a:solidFill>
                  <a:srgbClr val="902000"/>
                </a:solidFill>
                <a:latin typeface="Consolas" panose="020B0609020204030204" pitchFamily="49" charset="0"/>
              </a:rPr>
              <a:t>int</a:t>
            </a:r>
            <a:r>
              <a:rPr sz="1200" dirty="0">
                <a:latin typeface="Consolas" panose="020B0609020204030204" pitchFamily="49" charset="0"/>
              </a:rPr>
              <a:t> alter </a:t>
            </a:r>
            <a:r>
              <a:rPr sz="1200" dirty="0">
                <a:solidFill>
                  <a:srgbClr val="666666"/>
                </a:solidFill>
                <a:latin typeface="Consolas" panose="020B0609020204030204" pitchFamily="49" charset="0"/>
              </a:rPr>
              <a:t>=</a:t>
            </a:r>
            <a:r>
              <a:rPr sz="1200" dirty="0">
                <a:latin typeface="Consolas" panose="020B0609020204030204" pitchFamily="49" charset="0"/>
              </a:rPr>
              <a:t> </a:t>
            </a:r>
            <a:r>
              <a:rPr sz="1200" dirty="0">
                <a:solidFill>
                  <a:srgbClr val="40A070"/>
                </a:solidFill>
                <a:latin typeface="Consolas" panose="020B0609020204030204" pitchFamily="49" charset="0"/>
              </a:rPr>
              <a:t>25</a:t>
            </a:r>
            <a:r>
              <a:rPr sz="1200" dirty="0">
                <a:solidFill>
                  <a:srgbClr val="666666"/>
                </a:solidFill>
                <a:latin typeface="Consolas" panose="020B0609020204030204" pitchFamily="49" charset="0"/>
              </a:rPr>
              <a:t>;</a:t>
            </a:r>
            <a:br>
              <a:rPr sz="1200" dirty="0">
                <a:latin typeface="Consolas" panose="020B0609020204030204" pitchFamily="49" charset="0"/>
              </a:rPr>
            </a:br>
            <a:br>
              <a:rPr sz="1200" dirty="0">
                <a:latin typeface="Consolas" panose="020B0609020204030204" pitchFamily="49" charset="0"/>
              </a:rPr>
            </a:br>
            <a:r>
              <a:rPr sz="1200" i="1" dirty="0">
                <a:solidFill>
                  <a:srgbClr val="60A0B0"/>
                </a:solidFill>
                <a:latin typeface="Consolas" panose="020B0609020204030204" pitchFamily="49" charset="0"/>
              </a:rPr>
              <a:t>// Die Logik </a:t>
            </a:r>
            <a:r>
              <a:rPr sz="1200" i="1" dirty="0" err="1">
                <a:solidFill>
                  <a:srgbClr val="60A0B0"/>
                </a:solidFill>
                <a:latin typeface="Consolas" panose="020B0609020204030204" pitchFamily="49" charset="0"/>
              </a:rPr>
              <a:t>schwebt</a:t>
            </a:r>
            <a:r>
              <a:rPr sz="1200" i="1" dirty="0">
                <a:solidFill>
                  <a:srgbClr val="60A0B0"/>
                </a:solidFill>
                <a:latin typeface="Consolas" panose="020B0609020204030204" pitchFamily="49" charset="0"/>
              </a:rPr>
              <a:t> </a:t>
            </a:r>
            <a:r>
              <a:rPr sz="1200" i="1" dirty="0" err="1">
                <a:solidFill>
                  <a:srgbClr val="60A0B0"/>
                </a:solidFill>
                <a:latin typeface="Consolas" panose="020B0609020204030204" pitchFamily="49" charset="0"/>
              </a:rPr>
              <a:t>frei</a:t>
            </a:r>
            <a:r>
              <a:rPr sz="1200" i="1" dirty="0">
                <a:solidFill>
                  <a:srgbClr val="60A0B0"/>
                </a:solidFill>
                <a:latin typeface="Consolas" panose="020B0609020204030204" pitchFamily="49" charset="0"/>
              </a:rPr>
              <a:t> </a:t>
            </a:r>
            <a:r>
              <a:rPr sz="1200" i="1" dirty="0" err="1">
                <a:solidFill>
                  <a:srgbClr val="60A0B0"/>
                </a:solidFill>
                <a:latin typeface="Consolas" panose="020B0609020204030204" pitchFamily="49" charset="0"/>
              </a:rPr>
              <a:t>im</a:t>
            </a:r>
            <a:r>
              <a:rPr sz="1200" i="1" dirty="0">
                <a:solidFill>
                  <a:srgbClr val="60A0B0"/>
                </a:solidFill>
                <a:latin typeface="Consolas" panose="020B0609020204030204" pitchFamily="49" charset="0"/>
              </a:rPr>
              <a:t> Raum</a:t>
            </a:r>
            <a:br>
              <a:rPr sz="1200" dirty="0">
                <a:latin typeface="Consolas" panose="020B0609020204030204" pitchFamily="49" charset="0"/>
              </a:rPr>
            </a:br>
            <a:r>
              <a:rPr sz="1200" dirty="0">
                <a:solidFill>
                  <a:srgbClr val="902000"/>
                </a:solidFill>
                <a:latin typeface="Consolas" panose="020B0609020204030204" pitchFamily="49" charset="0"/>
              </a:rPr>
              <a:t>void</a:t>
            </a:r>
            <a:r>
              <a:rPr sz="1200" dirty="0">
                <a:latin typeface="Consolas" panose="020B0609020204030204" pitchFamily="49" charset="0"/>
              </a:rPr>
              <a:t> </a:t>
            </a:r>
            <a:r>
              <a:rPr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DruckeBuerger</a:t>
            </a:r>
            <a:r>
              <a:rPr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sz="1200" dirty="0">
                <a:solidFill>
                  <a:srgbClr val="902000"/>
                </a:solidFill>
                <a:latin typeface="Consolas" panose="020B0609020204030204" pitchFamily="49" charset="0"/>
              </a:rPr>
              <a:t>string</a:t>
            </a:r>
            <a:r>
              <a:rPr sz="1200" dirty="0">
                <a:latin typeface="Consolas" panose="020B0609020204030204" pitchFamily="49" charset="0"/>
              </a:rPr>
              <a:t> v</a:t>
            </a:r>
            <a:r>
              <a:rPr sz="1200" dirty="0">
                <a:solidFill>
                  <a:srgbClr val="666666"/>
                </a:solidFill>
                <a:latin typeface="Consolas" panose="020B0609020204030204" pitchFamily="49" charset="0"/>
              </a:rPr>
              <a:t>,</a:t>
            </a:r>
            <a:r>
              <a:rPr sz="1200" dirty="0">
                <a:latin typeface="Consolas" panose="020B0609020204030204" pitchFamily="49" charset="0"/>
              </a:rPr>
              <a:t> </a:t>
            </a:r>
            <a:r>
              <a:rPr sz="1200" dirty="0">
                <a:solidFill>
                  <a:srgbClr val="902000"/>
                </a:solidFill>
                <a:latin typeface="Consolas" panose="020B0609020204030204" pitchFamily="49" charset="0"/>
              </a:rPr>
              <a:t>string</a:t>
            </a:r>
            <a:r>
              <a:rPr sz="1200" dirty="0">
                <a:latin typeface="Consolas" panose="020B0609020204030204" pitchFamily="49" charset="0"/>
              </a:rPr>
              <a:t> n</a:t>
            </a:r>
            <a:r>
              <a:rPr sz="1200" dirty="0">
                <a:solidFill>
                  <a:srgbClr val="666666"/>
                </a:solidFill>
                <a:latin typeface="Consolas" panose="020B0609020204030204" pitchFamily="49" charset="0"/>
              </a:rPr>
              <a:t>,</a:t>
            </a:r>
            <a:r>
              <a:rPr sz="1200" dirty="0">
                <a:latin typeface="Consolas" panose="020B0609020204030204" pitchFamily="49" charset="0"/>
              </a:rPr>
              <a:t> </a:t>
            </a:r>
            <a:r>
              <a:rPr sz="1200" dirty="0">
                <a:solidFill>
                  <a:srgbClr val="902000"/>
                </a:solidFill>
                <a:latin typeface="Consolas" panose="020B0609020204030204" pitchFamily="49" charset="0"/>
              </a:rPr>
              <a:t>int</a:t>
            </a:r>
            <a:r>
              <a:rPr sz="1200" dirty="0">
                <a:latin typeface="Consolas" panose="020B0609020204030204" pitchFamily="49" charset="0"/>
              </a:rPr>
              <a:t> a</a:t>
            </a:r>
            <a:r>
              <a:rPr sz="1200" dirty="0">
                <a:solidFill>
                  <a:srgbClr val="666666"/>
                </a:solidFill>
                <a:latin typeface="Consolas" panose="020B0609020204030204" pitchFamily="49" charset="0"/>
              </a:rPr>
              <a:t>)</a:t>
            </a:r>
            <a:r>
              <a:rPr sz="1200" dirty="0">
                <a:latin typeface="Consolas" panose="020B0609020204030204" pitchFamily="49" charset="0"/>
              </a:rPr>
              <a:t> </a:t>
            </a:r>
            <a:r>
              <a:rPr sz="1200" dirty="0">
                <a:solidFill>
                  <a:srgbClr val="666666"/>
                </a:solidFill>
                <a:latin typeface="Consolas" panose="020B0609020204030204" pitchFamily="49" charset="0"/>
              </a:rPr>
              <a:t>{</a:t>
            </a:r>
            <a:br>
              <a:rPr sz="1200" dirty="0">
                <a:latin typeface="Consolas" panose="020B0609020204030204" pitchFamily="49" charset="0"/>
              </a:rPr>
            </a:br>
            <a:r>
              <a:rPr sz="1200" dirty="0">
                <a:latin typeface="Consolas" panose="020B0609020204030204" pitchFamily="49" charset="0"/>
              </a:rPr>
              <a:t>    </a:t>
            </a:r>
            <a:r>
              <a:rPr sz="1200" dirty="0" err="1">
                <a:latin typeface="Consolas" panose="020B0609020204030204" pitchFamily="49" charset="0"/>
              </a:rPr>
              <a:t>Console</a:t>
            </a:r>
            <a:r>
              <a:rPr sz="1200" dirty="0" err="1">
                <a:solidFill>
                  <a:srgbClr val="666666"/>
                </a:solidFill>
                <a:latin typeface="Consolas" panose="020B0609020204030204" pitchFamily="49" charset="0"/>
              </a:rPr>
              <a:t>.</a:t>
            </a:r>
            <a:r>
              <a:rPr sz="1200" dirty="0" err="1">
                <a:solidFill>
                  <a:srgbClr val="06287E"/>
                </a:solidFill>
                <a:latin typeface="Consolas" panose="020B0609020204030204" pitchFamily="49" charset="0"/>
              </a:rPr>
              <a:t>WriteLine</a:t>
            </a:r>
            <a:r>
              <a:rPr sz="12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sz="1200" dirty="0">
                <a:latin typeface="Consolas" panose="020B0609020204030204" pitchFamily="49" charset="0"/>
              </a:rPr>
              <a:t>$</a:t>
            </a:r>
            <a:r>
              <a:rPr sz="1200" dirty="0">
                <a:solidFill>
                  <a:srgbClr val="4070A0"/>
                </a:solidFill>
                <a:latin typeface="Consolas" panose="020B0609020204030204" pitchFamily="49" charset="0"/>
              </a:rPr>
              <a:t>"{v} {n}, {a} Jahre"</a:t>
            </a:r>
            <a:r>
              <a:rPr sz="1200" dirty="0">
                <a:solidFill>
                  <a:srgbClr val="666666"/>
                </a:solidFill>
                <a:latin typeface="Consolas" panose="020B0609020204030204" pitchFamily="49" charset="0"/>
              </a:rPr>
              <a:t>);</a:t>
            </a:r>
            <a:br>
              <a:rPr sz="1200" dirty="0">
                <a:latin typeface="Consolas" panose="020B0609020204030204" pitchFamily="49" charset="0"/>
              </a:rPr>
            </a:br>
            <a:r>
              <a:rPr sz="1200" dirty="0">
                <a:solidFill>
                  <a:srgbClr val="666666"/>
                </a:solidFill>
                <a:latin typeface="Consolas" panose="020B0609020204030204" pitchFamily="49" charset="0"/>
              </a:rPr>
              <a:t>}</a:t>
            </a:r>
          </a:p>
          <a:p>
            <a:pPr marL="0" lvl="0" indent="0">
              <a:buNone/>
            </a:pPr>
            <a:r>
              <a:rPr b="1" dirty="0"/>
              <a:t>Problem:</a:t>
            </a:r>
            <a:r>
              <a:rPr dirty="0"/>
              <a:t> Wenn </a:t>
            </a:r>
            <a:r>
              <a:rPr dirty="0" err="1"/>
              <a:t>wir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neues</a:t>
            </a:r>
            <a:r>
              <a:rPr dirty="0"/>
              <a:t> Datum (</a:t>
            </a:r>
            <a:r>
              <a:rPr dirty="0" err="1"/>
              <a:t>z.B.</a:t>
            </a:r>
            <a:r>
              <a:rPr dirty="0"/>
              <a:t> </a:t>
            </a:r>
            <a:r>
              <a:rPr dirty="0" err="1"/>
              <a:t>Adresse</a:t>
            </a:r>
            <a:r>
              <a:rPr dirty="0"/>
              <a:t>) </a:t>
            </a:r>
            <a:r>
              <a:rPr dirty="0" err="1"/>
              <a:t>hinzufügen</a:t>
            </a:r>
            <a:r>
              <a:rPr dirty="0"/>
              <a:t>, </a:t>
            </a:r>
            <a:r>
              <a:rPr dirty="0" err="1"/>
              <a:t>müssen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alle </a:t>
            </a:r>
            <a:r>
              <a:rPr dirty="0" err="1"/>
              <a:t>Methodenköpfe</a:t>
            </a:r>
            <a:r>
              <a:rPr dirty="0"/>
              <a:t> </a:t>
            </a:r>
            <a:r>
              <a:rPr dirty="0" err="1"/>
              <a:t>im</a:t>
            </a:r>
            <a:r>
              <a:rPr dirty="0"/>
              <a:t> </a:t>
            </a:r>
            <a:r>
              <a:rPr dirty="0" err="1"/>
              <a:t>gesamten</a:t>
            </a:r>
            <a:r>
              <a:rPr dirty="0"/>
              <a:t> </a:t>
            </a:r>
            <a:r>
              <a:rPr dirty="0" err="1"/>
              <a:t>Programm</a:t>
            </a:r>
            <a:r>
              <a:rPr dirty="0"/>
              <a:t> </a:t>
            </a:r>
            <a:r>
              <a:rPr dirty="0" err="1"/>
              <a:t>ändern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Beispiel: Der objektorientierte Ansatz (Ziel)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219" y="1103179"/>
            <a:ext cx="5975078" cy="3603318"/>
          </a:xfrm>
        </p:spPr>
        <p:txBody>
          <a:bodyPr>
            <a:normAutofit fontScale="85000" lnSpcReduction="10000"/>
          </a:bodyPr>
          <a:lstStyle/>
          <a:p>
            <a:pPr marL="0" lvl="0" indent="0">
              <a:buNone/>
            </a:pPr>
            <a:r>
              <a:rPr dirty="0"/>
              <a:t>Wir </a:t>
            </a:r>
            <a:r>
              <a:rPr dirty="0" err="1"/>
              <a:t>bündeln</a:t>
            </a:r>
            <a:r>
              <a:rPr dirty="0"/>
              <a:t> </a:t>
            </a:r>
            <a:r>
              <a:rPr dirty="0" err="1"/>
              <a:t>Daten</a:t>
            </a:r>
            <a:r>
              <a:rPr dirty="0"/>
              <a:t> und Logik </a:t>
            </a:r>
            <a:r>
              <a:rPr dirty="0" err="1"/>
              <a:t>dort</a:t>
            </a:r>
            <a:r>
              <a:rPr dirty="0"/>
              <a:t>, wo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hingehören</a:t>
            </a:r>
            <a:r>
              <a:rPr dirty="0"/>
              <a:t>: In das </a:t>
            </a:r>
            <a:r>
              <a:rPr dirty="0" err="1"/>
              <a:t>Objekt</a:t>
            </a:r>
            <a:r>
              <a:rPr dirty="0"/>
              <a:t> </a:t>
            </a:r>
            <a:r>
              <a:rPr dirty="0" err="1"/>
              <a:t>selbst</a:t>
            </a:r>
            <a:r>
              <a:rPr dirty="0"/>
              <a:t>.</a:t>
            </a:r>
            <a:br>
              <a:rPr lang="de-DE" dirty="0"/>
            </a:br>
            <a:endParaRPr dirty="0"/>
          </a:p>
          <a:p>
            <a:pPr lv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dirty="0">
                <a:solidFill>
                  <a:srgbClr val="007020"/>
                </a:solidFill>
                <a:latin typeface="Consolas" panose="020B0609020204030204" pitchFamily="49" charset="0"/>
              </a:rPr>
              <a:t>public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b="1" dirty="0">
                <a:solidFill>
                  <a:srgbClr val="007020"/>
                </a:solidFill>
                <a:latin typeface="Consolas" panose="020B0609020204030204" pitchFamily="49" charset="0"/>
              </a:rPr>
              <a:t>class</a:t>
            </a:r>
            <a:r>
              <a:rPr sz="1300" dirty="0">
                <a:latin typeface="Consolas" panose="020B0609020204030204" pitchFamily="49" charset="0"/>
              </a:rPr>
              <a:t> Buerger 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{</a:t>
            </a:r>
            <a:br>
              <a:rPr sz="1300" dirty="0">
                <a:latin typeface="Consolas" panose="020B0609020204030204" pitchFamily="49" charset="0"/>
              </a:rPr>
            </a:br>
            <a:r>
              <a:rPr sz="1300" dirty="0">
                <a:latin typeface="Consolas" panose="020B0609020204030204" pitchFamily="49" charset="0"/>
              </a:rPr>
              <a:t>    </a:t>
            </a:r>
            <a:r>
              <a:rPr sz="1300" b="1" dirty="0">
                <a:solidFill>
                  <a:srgbClr val="007020"/>
                </a:solidFill>
                <a:latin typeface="Consolas" panose="020B0609020204030204" pitchFamily="49" charset="0"/>
              </a:rPr>
              <a:t>public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dirty="0">
                <a:solidFill>
                  <a:srgbClr val="902000"/>
                </a:solidFill>
                <a:latin typeface="Consolas" panose="020B0609020204030204" pitchFamily="49" charset="0"/>
              </a:rPr>
              <a:t>string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dirty="0" err="1">
                <a:latin typeface="Consolas" panose="020B0609020204030204" pitchFamily="49" charset="0"/>
              </a:rPr>
              <a:t>Vorname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{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b="1" dirty="0">
                <a:solidFill>
                  <a:srgbClr val="007020"/>
                </a:solidFill>
                <a:latin typeface="Consolas" panose="020B0609020204030204" pitchFamily="49" charset="0"/>
              </a:rPr>
              <a:t>get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;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b="1" dirty="0">
                <a:solidFill>
                  <a:srgbClr val="007020"/>
                </a:solidFill>
                <a:latin typeface="Consolas" panose="020B0609020204030204" pitchFamily="49" charset="0"/>
              </a:rPr>
              <a:t>set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;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}</a:t>
            </a:r>
            <a:br>
              <a:rPr sz="1300" dirty="0">
                <a:latin typeface="Consolas" panose="020B0609020204030204" pitchFamily="49" charset="0"/>
              </a:rPr>
            </a:br>
            <a:r>
              <a:rPr sz="1300" dirty="0">
                <a:latin typeface="Consolas" panose="020B0609020204030204" pitchFamily="49" charset="0"/>
              </a:rPr>
              <a:t>    </a:t>
            </a:r>
            <a:r>
              <a:rPr sz="1300" b="1" dirty="0">
                <a:solidFill>
                  <a:srgbClr val="007020"/>
                </a:solidFill>
                <a:latin typeface="Consolas" panose="020B0609020204030204" pitchFamily="49" charset="0"/>
              </a:rPr>
              <a:t>public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dirty="0">
                <a:solidFill>
                  <a:srgbClr val="902000"/>
                </a:solidFill>
                <a:latin typeface="Consolas" panose="020B0609020204030204" pitchFamily="49" charset="0"/>
              </a:rPr>
              <a:t>string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dirty="0" err="1">
                <a:latin typeface="Consolas" panose="020B0609020204030204" pitchFamily="49" charset="0"/>
              </a:rPr>
              <a:t>Nachname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{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b="1" dirty="0">
                <a:solidFill>
                  <a:srgbClr val="007020"/>
                </a:solidFill>
                <a:latin typeface="Consolas" panose="020B0609020204030204" pitchFamily="49" charset="0"/>
              </a:rPr>
              <a:t>get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;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b="1" dirty="0">
                <a:solidFill>
                  <a:srgbClr val="007020"/>
                </a:solidFill>
                <a:latin typeface="Consolas" panose="020B0609020204030204" pitchFamily="49" charset="0"/>
              </a:rPr>
              <a:t>set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;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}</a:t>
            </a:r>
            <a:br>
              <a:rPr sz="1300" dirty="0">
                <a:latin typeface="Consolas" panose="020B0609020204030204" pitchFamily="49" charset="0"/>
              </a:rPr>
            </a:br>
            <a:r>
              <a:rPr sz="1300" dirty="0">
                <a:latin typeface="Consolas" panose="020B0609020204030204" pitchFamily="49" charset="0"/>
              </a:rPr>
              <a:t>    </a:t>
            </a:r>
            <a:r>
              <a:rPr sz="1300" b="1" dirty="0">
                <a:solidFill>
                  <a:srgbClr val="007020"/>
                </a:solidFill>
                <a:latin typeface="Consolas" panose="020B0609020204030204" pitchFamily="49" charset="0"/>
              </a:rPr>
              <a:t>public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dirty="0">
                <a:solidFill>
                  <a:srgbClr val="902000"/>
                </a:solidFill>
                <a:latin typeface="Consolas" panose="020B0609020204030204" pitchFamily="49" charset="0"/>
              </a:rPr>
              <a:t>int</a:t>
            </a:r>
            <a:r>
              <a:rPr sz="1300" dirty="0">
                <a:latin typeface="Consolas" panose="020B0609020204030204" pitchFamily="49" charset="0"/>
              </a:rPr>
              <a:t> Alter 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{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b="1" dirty="0">
                <a:solidFill>
                  <a:srgbClr val="007020"/>
                </a:solidFill>
                <a:latin typeface="Consolas" panose="020B0609020204030204" pitchFamily="49" charset="0"/>
              </a:rPr>
              <a:t>get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;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b="1" dirty="0">
                <a:solidFill>
                  <a:srgbClr val="007020"/>
                </a:solidFill>
                <a:latin typeface="Consolas" panose="020B0609020204030204" pitchFamily="49" charset="0"/>
              </a:rPr>
              <a:t>set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;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}</a:t>
            </a:r>
            <a:br>
              <a:rPr sz="1300" dirty="0">
                <a:latin typeface="Consolas" panose="020B0609020204030204" pitchFamily="49" charset="0"/>
              </a:rPr>
            </a:br>
            <a:br>
              <a:rPr sz="1300" dirty="0">
                <a:latin typeface="Consolas" panose="020B0609020204030204" pitchFamily="49" charset="0"/>
              </a:rPr>
            </a:br>
            <a:r>
              <a:rPr sz="1300" dirty="0">
                <a:latin typeface="Consolas" panose="020B0609020204030204" pitchFamily="49" charset="0"/>
              </a:rPr>
              <a:t>    </a:t>
            </a:r>
            <a:r>
              <a:rPr sz="1300" b="1" dirty="0">
                <a:solidFill>
                  <a:srgbClr val="007020"/>
                </a:solidFill>
                <a:latin typeface="Consolas" panose="020B0609020204030204" pitchFamily="49" charset="0"/>
              </a:rPr>
              <a:t>public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dirty="0">
                <a:solidFill>
                  <a:srgbClr val="902000"/>
                </a:solidFill>
                <a:latin typeface="Consolas" panose="020B0609020204030204" pitchFamily="49" charset="0"/>
              </a:rPr>
              <a:t>void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dirty="0" err="1">
                <a:solidFill>
                  <a:srgbClr val="06287E"/>
                </a:solidFill>
                <a:latin typeface="Consolas" panose="020B0609020204030204" pitchFamily="49" charset="0"/>
              </a:rPr>
              <a:t>Drucken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()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{</a:t>
            </a:r>
            <a:br>
              <a:rPr sz="1300" dirty="0">
                <a:latin typeface="Consolas" panose="020B0609020204030204" pitchFamily="49" charset="0"/>
              </a:rPr>
            </a:br>
            <a:r>
              <a:rPr sz="1300" dirty="0">
                <a:latin typeface="Consolas" panose="020B0609020204030204" pitchFamily="49" charset="0"/>
              </a:rPr>
              <a:t>        </a:t>
            </a:r>
            <a:r>
              <a:rPr sz="1300" dirty="0" err="1">
                <a:latin typeface="Consolas" panose="020B0609020204030204" pitchFamily="49" charset="0"/>
              </a:rPr>
              <a:t>Console</a:t>
            </a:r>
            <a:r>
              <a:rPr sz="1300" dirty="0" err="1">
                <a:solidFill>
                  <a:srgbClr val="666666"/>
                </a:solidFill>
                <a:latin typeface="Consolas" panose="020B0609020204030204" pitchFamily="49" charset="0"/>
              </a:rPr>
              <a:t>.</a:t>
            </a:r>
            <a:r>
              <a:rPr sz="1300" dirty="0" err="1">
                <a:solidFill>
                  <a:srgbClr val="06287E"/>
                </a:solidFill>
                <a:latin typeface="Consolas" panose="020B0609020204030204" pitchFamily="49" charset="0"/>
              </a:rPr>
              <a:t>WriteLine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sz="1300" dirty="0">
                <a:latin typeface="Consolas" panose="020B0609020204030204" pitchFamily="49" charset="0"/>
              </a:rPr>
              <a:t>$</a:t>
            </a:r>
            <a:r>
              <a:rPr sz="1300" dirty="0">
                <a:solidFill>
                  <a:srgbClr val="4070A0"/>
                </a:solidFill>
                <a:latin typeface="Consolas" panose="020B0609020204030204" pitchFamily="49" charset="0"/>
              </a:rPr>
              <a:t>"{</a:t>
            </a:r>
            <a:r>
              <a:rPr sz="1300" dirty="0" err="1">
                <a:solidFill>
                  <a:srgbClr val="4070A0"/>
                </a:solidFill>
                <a:latin typeface="Consolas" panose="020B0609020204030204" pitchFamily="49" charset="0"/>
              </a:rPr>
              <a:t>Vorname</a:t>
            </a:r>
            <a:r>
              <a:rPr sz="1300" dirty="0">
                <a:solidFill>
                  <a:srgbClr val="4070A0"/>
                </a:solidFill>
                <a:latin typeface="Consolas" panose="020B0609020204030204" pitchFamily="49" charset="0"/>
              </a:rPr>
              <a:t>} {</a:t>
            </a:r>
            <a:r>
              <a:rPr sz="1300" dirty="0" err="1">
                <a:solidFill>
                  <a:srgbClr val="4070A0"/>
                </a:solidFill>
                <a:latin typeface="Consolas" panose="020B0609020204030204" pitchFamily="49" charset="0"/>
              </a:rPr>
              <a:t>Nachname</a:t>
            </a:r>
            <a:r>
              <a:rPr sz="1300" dirty="0">
                <a:solidFill>
                  <a:srgbClr val="4070A0"/>
                </a:solidFill>
                <a:latin typeface="Consolas" panose="020B0609020204030204" pitchFamily="49" charset="0"/>
              </a:rPr>
              <a:t>}, {Alter} Jahre"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);</a:t>
            </a:r>
            <a:br>
              <a:rPr sz="1300" dirty="0">
                <a:latin typeface="Consolas" panose="020B0609020204030204" pitchFamily="49" charset="0"/>
              </a:rPr>
            </a:br>
            <a:r>
              <a:rPr sz="1300" dirty="0">
                <a:latin typeface="Consolas" panose="020B0609020204030204" pitchFamily="49" charset="0"/>
              </a:rPr>
              <a:t>    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}</a:t>
            </a:r>
            <a:br>
              <a:rPr sz="1300" dirty="0">
                <a:latin typeface="Consolas" panose="020B0609020204030204" pitchFamily="49" charset="0"/>
              </a:rPr>
            </a:b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}</a:t>
            </a:r>
            <a:br>
              <a:rPr sz="1300" dirty="0">
                <a:latin typeface="Consolas" panose="020B0609020204030204" pitchFamily="49" charset="0"/>
              </a:rPr>
            </a:br>
            <a:br>
              <a:rPr sz="1300" dirty="0">
                <a:latin typeface="Consolas" panose="020B0609020204030204" pitchFamily="49" charset="0"/>
              </a:rPr>
            </a:br>
            <a:r>
              <a:rPr sz="1300" i="1" dirty="0">
                <a:solidFill>
                  <a:srgbClr val="60A0B0"/>
                </a:solidFill>
                <a:latin typeface="Consolas" panose="020B0609020204030204" pitchFamily="49" charset="0"/>
              </a:rPr>
              <a:t>// </a:t>
            </a:r>
            <a:r>
              <a:rPr sz="1300" i="1" dirty="0" err="1">
                <a:solidFill>
                  <a:srgbClr val="60A0B0"/>
                </a:solidFill>
                <a:latin typeface="Consolas" panose="020B0609020204030204" pitchFamily="49" charset="0"/>
              </a:rPr>
              <a:t>Nutzung</a:t>
            </a:r>
            <a:br>
              <a:rPr sz="1300" dirty="0">
                <a:latin typeface="Consolas" panose="020B0609020204030204" pitchFamily="49" charset="0"/>
              </a:rPr>
            </a:br>
            <a:r>
              <a:rPr sz="1300" dirty="0">
                <a:solidFill>
                  <a:srgbClr val="902000"/>
                </a:solidFill>
                <a:latin typeface="Consolas" panose="020B0609020204030204" pitchFamily="49" charset="0"/>
              </a:rPr>
              <a:t>var</a:t>
            </a:r>
            <a:r>
              <a:rPr sz="1300" dirty="0">
                <a:latin typeface="Consolas" panose="020B0609020204030204" pitchFamily="49" charset="0"/>
              </a:rPr>
              <a:t> person 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=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b="1" dirty="0">
                <a:solidFill>
                  <a:srgbClr val="007020"/>
                </a:solidFill>
                <a:latin typeface="Consolas" panose="020B0609020204030204" pitchFamily="49" charset="0"/>
              </a:rPr>
              <a:t>new</a:t>
            </a:r>
            <a:r>
              <a:rPr sz="1300" dirty="0">
                <a:latin typeface="Consolas" panose="020B0609020204030204" pitchFamily="49" charset="0"/>
              </a:rPr>
              <a:t> Buerger 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{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dirty="0" err="1">
                <a:latin typeface="Consolas" panose="020B0609020204030204" pitchFamily="49" charset="0"/>
              </a:rPr>
              <a:t>Vorname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=</a:t>
            </a:r>
            <a:r>
              <a:rPr sz="1300" dirty="0">
                <a:solidFill>
                  <a:srgbClr val="4070A0"/>
                </a:solidFill>
                <a:latin typeface="Consolas" panose="020B0609020204030204" pitchFamily="49" charset="0"/>
              </a:rPr>
              <a:t>"Max"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,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dirty="0" err="1">
                <a:latin typeface="Consolas" panose="020B0609020204030204" pitchFamily="49" charset="0"/>
              </a:rPr>
              <a:t>Nachname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=</a:t>
            </a:r>
            <a:r>
              <a:rPr sz="1300" dirty="0">
                <a:solidFill>
                  <a:srgbClr val="4070A0"/>
                </a:solidFill>
                <a:latin typeface="Consolas" panose="020B0609020204030204" pitchFamily="49" charset="0"/>
              </a:rPr>
              <a:t>"</a:t>
            </a:r>
            <a:r>
              <a:rPr sz="1300" dirty="0" err="1">
                <a:solidFill>
                  <a:srgbClr val="4070A0"/>
                </a:solidFill>
                <a:latin typeface="Consolas" panose="020B0609020204030204" pitchFamily="49" charset="0"/>
              </a:rPr>
              <a:t>Mustermann</a:t>
            </a:r>
            <a:r>
              <a:rPr sz="1300" dirty="0">
                <a:solidFill>
                  <a:srgbClr val="4070A0"/>
                </a:solidFill>
                <a:latin typeface="Consolas" panose="020B0609020204030204" pitchFamily="49" charset="0"/>
              </a:rPr>
              <a:t>"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,</a:t>
            </a:r>
            <a:r>
              <a:rPr sz="1300" dirty="0">
                <a:latin typeface="Consolas" panose="020B0609020204030204" pitchFamily="49" charset="0"/>
              </a:rPr>
              <a:t> Alter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=</a:t>
            </a:r>
            <a:r>
              <a:rPr sz="1300" dirty="0">
                <a:solidFill>
                  <a:srgbClr val="40A070"/>
                </a:solidFill>
                <a:latin typeface="Consolas" panose="020B0609020204030204" pitchFamily="49" charset="0"/>
              </a:rPr>
              <a:t>25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};</a:t>
            </a:r>
            <a:br>
              <a:rPr sz="1300" dirty="0">
                <a:latin typeface="Consolas" panose="020B0609020204030204" pitchFamily="49" charset="0"/>
              </a:rPr>
            </a:br>
            <a:r>
              <a:rPr sz="1300" dirty="0" err="1">
                <a:latin typeface="Consolas" panose="020B0609020204030204" pitchFamily="49" charset="0"/>
              </a:rPr>
              <a:t>person</a:t>
            </a:r>
            <a:r>
              <a:rPr sz="1300" dirty="0" err="1">
                <a:solidFill>
                  <a:srgbClr val="666666"/>
                </a:solidFill>
                <a:latin typeface="Consolas" panose="020B0609020204030204" pitchFamily="49" charset="0"/>
              </a:rPr>
              <a:t>.</a:t>
            </a:r>
            <a:r>
              <a:rPr sz="1300" dirty="0" err="1">
                <a:solidFill>
                  <a:srgbClr val="06287E"/>
                </a:solidFill>
                <a:latin typeface="Consolas" panose="020B0609020204030204" pitchFamily="49" charset="0"/>
              </a:rPr>
              <a:t>Drucken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();</a:t>
            </a:r>
            <a:br>
              <a:rPr lang="de-DE" sz="1300" dirty="0">
                <a:solidFill>
                  <a:srgbClr val="666666"/>
                </a:solidFill>
                <a:latin typeface="Consolas" panose="020B0609020204030204" pitchFamily="49" charset="0"/>
              </a:rPr>
            </a:br>
            <a:endParaRPr sz="1300" dirty="0">
              <a:solidFill>
                <a:srgbClr val="666666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r>
              <a:rPr dirty="0"/>
              <a:t>Das </a:t>
            </a:r>
            <a:r>
              <a:rPr dirty="0" err="1"/>
              <a:t>Objekt</a:t>
            </a:r>
            <a:r>
              <a:rPr dirty="0"/>
              <a:t> </a:t>
            </a:r>
            <a:r>
              <a:rPr dirty="0" err="1"/>
              <a:t>verwaltet</a:t>
            </a:r>
            <a:r>
              <a:rPr dirty="0"/>
              <a:t> seinen </a:t>
            </a:r>
            <a:r>
              <a:rPr dirty="0" err="1"/>
              <a:t>eigenen</a:t>
            </a:r>
            <a:r>
              <a:rPr dirty="0"/>
              <a:t> </a:t>
            </a:r>
            <a:r>
              <a:rPr dirty="0" err="1"/>
              <a:t>Zustand</a:t>
            </a:r>
            <a:r>
              <a:rPr dirty="0"/>
              <a:t> und </a:t>
            </a:r>
            <a:r>
              <a:rPr dirty="0" err="1"/>
              <a:t>bietet</a:t>
            </a:r>
            <a:r>
              <a:rPr dirty="0"/>
              <a:t> </a:t>
            </a:r>
            <a:r>
              <a:rPr dirty="0" err="1"/>
              <a:t>Dienstleistungen</a:t>
            </a:r>
            <a:r>
              <a:rPr dirty="0"/>
              <a:t> (</a:t>
            </a:r>
            <a:r>
              <a:rPr dirty="0" err="1"/>
              <a:t>Methoden</a:t>
            </a:r>
            <a:r>
              <a:rPr dirty="0"/>
              <a:t>) 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Teil 3: C# Refresher – Die Bausteine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E2FEFE-C30A-8772-F382-C1DD0DC313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Klassen und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218" y="1103179"/>
            <a:ext cx="6240781" cy="3603318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dirty="0"/>
              <a:t>Properties </a:t>
            </a:r>
            <a:r>
              <a:rPr dirty="0" err="1"/>
              <a:t>sind</a:t>
            </a:r>
            <a:r>
              <a:rPr dirty="0"/>
              <a:t> in C# das </a:t>
            </a:r>
            <a:r>
              <a:rPr dirty="0" err="1"/>
              <a:t>Standardwerkzeug</a:t>
            </a:r>
            <a:r>
              <a:rPr dirty="0"/>
              <a:t> für den </a:t>
            </a:r>
            <a:r>
              <a:rPr dirty="0" err="1"/>
              <a:t>Datenzugriff</a:t>
            </a:r>
            <a:r>
              <a:rPr dirty="0"/>
              <a:t>. </a:t>
            </a:r>
            <a:r>
              <a:rPr dirty="0" err="1"/>
              <a:t>Vermeiden</a:t>
            </a:r>
            <a:r>
              <a:rPr dirty="0"/>
              <a:t> Sie </a:t>
            </a:r>
            <a:r>
              <a:rPr dirty="0" err="1"/>
              <a:t>öffentliche</a:t>
            </a:r>
            <a:r>
              <a:rPr dirty="0"/>
              <a:t> Felder (Fields)!</a:t>
            </a:r>
          </a:p>
          <a:p>
            <a:pPr lv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dirty="0">
                <a:solidFill>
                  <a:srgbClr val="007020"/>
                </a:solidFill>
                <a:latin typeface="Consolas" panose="020B0609020204030204" pitchFamily="49" charset="0"/>
              </a:rPr>
              <a:t>public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b="1" dirty="0">
                <a:solidFill>
                  <a:srgbClr val="007020"/>
                </a:solidFill>
                <a:latin typeface="Consolas" panose="020B0609020204030204" pitchFamily="49" charset="0"/>
              </a:rPr>
              <a:t>class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dirty="0" err="1">
                <a:latin typeface="Consolas" panose="020B0609020204030204" pitchFamily="49" charset="0"/>
              </a:rPr>
              <a:t>Antrag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{</a:t>
            </a:r>
            <a:br>
              <a:rPr sz="1300" dirty="0">
                <a:latin typeface="Consolas" panose="020B0609020204030204" pitchFamily="49" charset="0"/>
              </a:rPr>
            </a:br>
            <a:r>
              <a:rPr sz="1300" dirty="0">
                <a:latin typeface="Consolas" panose="020B0609020204030204" pitchFamily="49" charset="0"/>
              </a:rPr>
              <a:t>    </a:t>
            </a:r>
            <a:r>
              <a:rPr sz="1300" i="1" dirty="0">
                <a:solidFill>
                  <a:srgbClr val="60A0B0"/>
                </a:solidFill>
                <a:latin typeface="Consolas" panose="020B0609020204030204" pitchFamily="49" charset="0"/>
              </a:rPr>
              <a:t>// Auto-Property: Compiler </a:t>
            </a:r>
            <a:r>
              <a:rPr sz="1300" i="1" dirty="0" err="1">
                <a:solidFill>
                  <a:srgbClr val="60A0B0"/>
                </a:solidFill>
                <a:latin typeface="Consolas" panose="020B0609020204030204" pitchFamily="49" charset="0"/>
              </a:rPr>
              <a:t>erstellt</a:t>
            </a:r>
            <a:r>
              <a:rPr sz="1300" i="1" dirty="0">
                <a:solidFill>
                  <a:srgbClr val="60A0B0"/>
                </a:solidFill>
                <a:latin typeface="Consolas" panose="020B0609020204030204" pitchFamily="49" charset="0"/>
              </a:rPr>
              <a:t> das Feld </a:t>
            </a:r>
            <a:r>
              <a:rPr sz="1300" i="1" dirty="0" err="1">
                <a:solidFill>
                  <a:srgbClr val="60A0B0"/>
                </a:solidFill>
                <a:latin typeface="Consolas" panose="020B0609020204030204" pitchFamily="49" charset="0"/>
              </a:rPr>
              <a:t>im</a:t>
            </a:r>
            <a:r>
              <a:rPr sz="1300" i="1" dirty="0">
                <a:solidFill>
                  <a:srgbClr val="60A0B0"/>
                </a:solidFill>
                <a:latin typeface="Consolas" panose="020B0609020204030204" pitchFamily="49" charset="0"/>
              </a:rPr>
              <a:t> </a:t>
            </a:r>
            <a:r>
              <a:rPr sz="1300" i="1" dirty="0" err="1">
                <a:solidFill>
                  <a:srgbClr val="60A0B0"/>
                </a:solidFill>
                <a:latin typeface="Consolas" panose="020B0609020204030204" pitchFamily="49" charset="0"/>
              </a:rPr>
              <a:t>Hintergrund</a:t>
            </a:r>
            <a:br>
              <a:rPr sz="1300" dirty="0">
                <a:latin typeface="Consolas" panose="020B0609020204030204" pitchFamily="49" charset="0"/>
              </a:rPr>
            </a:br>
            <a:r>
              <a:rPr sz="1300" dirty="0">
                <a:latin typeface="Consolas" panose="020B0609020204030204" pitchFamily="49" charset="0"/>
              </a:rPr>
              <a:t>    </a:t>
            </a:r>
            <a:r>
              <a:rPr sz="1300" b="1" dirty="0">
                <a:solidFill>
                  <a:srgbClr val="007020"/>
                </a:solidFill>
                <a:latin typeface="Consolas" panose="020B0609020204030204" pitchFamily="49" charset="0"/>
              </a:rPr>
              <a:t>public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dirty="0" err="1">
                <a:latin typeface="Consolas" panose="020B0609020204030204" pitchFamily="49" charset="0"/>
              </a:rPr>
              <a:t>DateTime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dirty="0" err="1">
                <a:latin typeface="Consolas" panose="020B0609020204030204" pitchFamily="49" charset="0"/>
              </a:rPr>
              <a:t>Eingangsdatum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{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b="1" dirty="0">
                <a:solidFill>
                  <a:srgbClr val="007020"/>
                </a:solidFill>
                <a:latin typeface="Consolas" panose="020B0609020204030204" pitchFamily="49" charset="0"/>
              </a:rPr>
              <a:t>get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;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b="1" dirty="0">
                <a:solidFill>
                  <a:srgbClr val="007020"/>
                </a:solidFill>
                <a:latin typeface="Consolas" panose="020B0609020204030204" pitchFamily="49" charset="0"/>
              </a:rPr>
              <a:t>set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;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}</a:t>
            </a:r>
            <a:br>
              <a:rPr sz="1300" dirty="0">
                <a:latin typeface="Consolas" panose="020B0609020204030204" pitchFamily="49" charset="0"/>
              </a:rPr>
            </a:br>
            <a:br>
              <a:rPr sz="1300" dirty="0">
                <a:latin typeface="Consolas" panose="020B0609020204030204" pitchFamily="49" charset="0"/>
              </a:rPr>
            </a:br>
            <a:r>
              <a:rPr sz="1300" dirty="0">
                <a:latin typeface="Consolas" panose="020B0609020204030204" pitchFamily="49" charset="0"/>
              </a:rPr>
              <a:t>    </a:t>
            </a:r>
            <a:r>
              <a:rPr sz="1300" i="1" dirty="0">
                <a:solidFill>
                  <a:srgbClr val="60A0B0"/>
                </a:solidFill>
                <a:latin typeface="Consolas" panose="020B0609020204030204" pitchFamily="49" charset="0"/>
              </a:rPr>
              <a:t>// Property </a:t>
            </a:r>
            <a:r>
              <a:rPr sz="1300" i="1" dirty="0" err="1">
                <a:solidFill>
                  <a:srgbClr val="60A0B0"/>
                </a:solidFill>
                <a:latin typeface="Consolas" panose="020B0609020204030204" pitchFamily="49" charset="0"/>
              </a:rPr>
              <a:t>mit</a:t>
            </a:r>
            <a:r>
              <a:rPr sz="1300" i="1" dirty="0">
                <a:solidFill>
                  <a:srgbClr val="60A0B0"/>
                </a:solidFill>
                <a:latin typeface="Consolas" panose="020B0609020204030204" pitchFamily="49" charset="0"/>
              </a:rPr>
              <a:t> Logik (Validation)</a:t>
            </a:r>
            <a:br>
              <a:rPr sz="1300" dirty="0">
                <a:latin typeface="Consolas" panose="020B0609020204030204" pitchFamily="49" charset="0"/>
              </a:rPr>
            </a:br>
            <a:r>
              <a:rPr sz="1300" dirty="0">
                <a:latin typeface="Consolas" panose="020B0609020204030204" pitchFamily="49" charset="0"/>
              </a:rPr>
              <a:t>    </a:t>
            </a:r>
            <a:r>
              <a:rPr sz="1300" b="1" dirty="0">
                <a:solidFill>
                  <a:srgbClr val="007020"/>
                </a:solidFill>
                <a:latin typeface="Consolas" panose="020B0609020204030204" pitchFamily="49" charset="0"/>
              </a:rPr>
              <a:t>private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dirty="0">
                <a:solidFill>
                  <a:srgbClr val="902000"/>
                </a:solidFill>
                <a:latin typeface="Consolas" panose="020B0609020204030204" pitchFamily="49" charset="0"/>
              </a:rPr>
              <a:t>string</a:t>
            </a:r>
            <a:r>
              <a:rPr sz="1300" dirty="0">
                <a:latin typeface="Consolas" panose="020B0609020204030204" pitchFamily="49" charset="0"/>
              </a:rPr>
              <a:t> _</a:t>
            </a:r>
            <a:r>
              <a:rPr sz="1300" dirty="0" err="1">
                <a:latin typeface="Consolas" panose="020B0609020204030204" pitchFamily="49" charset="0"/>
              </a:rPr>
              <a:t>steuerId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;</a:t>
            </a:r>
            <a:br>
              <a:rPr sz="1300" dirty="0">
                <a:latin typeface="Consolas" panose="020B0609020204030204" pitchFamily="49" charset="0"/>
              </a:rPr>
            </a:br>
            <a:r>
              <a:rPr sz="1300" dirty="0">
                <a:latin typeface="Consolas" panose="020B0609020204030204" pitchFamily="49" charset="0"/>
              </a:rPr>
              <a:t>    </a:t>
            </a:r>
            <a:r>
              <a:rPr sz="1300" b="1" dirty="0">
                <a:solidFill>
                  <a:srgbClr val="007020"/>
                </a:solidFill>
                <a:latin typeface="Consolas" panose="020B0609020204030204" pitchFamily="49" charset="0"/>
              </a:rPr>
              <a:t>public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dirty="0">
                <a:solidFill>
                  <a:srgbClr val="902000"/>
                </a:solidFill>
                <a:latin typeface="Consolas" panose="020B0609020204030204" pitchFamily="49" charset="0"/>
              </a:rPr>
              <a:t>string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dirty="0" err="1">
                <a:latin typeface="Consolas" panose="020B0609020204030204" pitchFamily="49" charset="0"/>
              </a:rPr>
              <a:t>SteuerId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{</a:t>
            </a:r>
            <a:br>
              <a:rPr sz="1300" dirty="0">
                <a:latin typeface="Consolas" panose="020B0609020204030204" pitchFamily="49" charset="0"/>
              </a:rPr>
            </a:br>
            <a:r>
              <a:rPr sz="1300" dirty="0">
                <a:latin typeface="Consolas" panose="020B0609020204030204" pitchFamily="49" charset="0"/>
              </a:rPr>
              <a:t>        get 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=&gt;</a:t>
            </a:r>
            <a:r>
              <a:rPr sz="1300" dirty="0">
                <a:latin typeface="Consolas" panose="020B0609020204030204" pitchFamily="49" charset="0"/>
              </a:rPr>
              <a:t> _</a:t>
            </a:r>
            <a:r>
              <a:rPr sz="1300" dirty="0" err="1">
                <a:latin typeface="Consolas" panose="020B0609020204030204" pitchFamily="49" charset="0"/>
              </a:rPr>
              <a:t>steuerId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;</a:t>
            </a:r>
            <a:br>
              <a:rPr sz="1300" dirty="0">
                <a:latin typeface="Consolas" panose="020B0609020204030204" pitchFamily="49" charset="0"/>
              </a:rPr>
            </a:br>
            <a:r>
              <a:rPr sz="1300" dirty="0">
                <a:latin typeface="Consolas" panose="020B0609020204030204" pitchFamily="49" charset="0"/>
              </a:rPr>
              <a:t>        </a:t>
            </a:r>
            <a:r>
              <a:rPr sz="1300" b="1" dirty="0">
                <a:solidFill>
                  <a:srgbClr val="007020"/>
                </a:solidFill>
                <a:latin typeface="Consolas" panose="020B0609020204030204" pitchFamily="49" charset="0"/>
              </a:rPr>
              <a:t>set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{</a:t>
            </a:r>
            <a:br>
              <a:rPr sz="1300" dirty="0">
                <a:latin typeface="Consolas" panose="020B0609020204030204" pitchFamily="49" charset="0"/>
              </a:rPr>
            </a:br>
            <a:r>
              <a:rPr sz="1300" dirty="0">
                <a:latin typeface="Consolas" panose="020B0609020204030204" pitchFamily="49" charset="0"/>
              </a:rPr>
              <a:t>            </a:t>
            </a:r>
            <a:r>
              <a:rPr sz="1300" b="1" dirty="0">
                <a:solidFill>
                  <a:srgbClr val="007020"/>
                </a:solidFill>
                <a:latin typeface="Consolas" panose="020B0609020204030204" pitchFamily="49" charset="0"/>
              </a:rPr>
              <a:t>if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sz="1300" dirty="0" err="1">
                <a:latin typeface="Consolas" panose="020B0609020204030204" pitchFamily="49" charset="0"/>
              </a:rPr>
              <a:t>value</a:t>
            </a:r>
            <a:r>
              <a:rPr sz="1300" dirty="0" err="1">
                <a:solidFill>
                  <a:srgbClr val="666666"/>
                </a:solidFill>
                <a:latin typeface="Consolas" panose="020B0609020204030204" pitchFamily="49" charset="0"/>
              </a:rPr>
              <a:t>.</a:t>
            </a:r>
            <a:r>
              <a:rPr sz="1300" dirty="0" err="1">
                <a:solidFill>
                  <a:srgbClr val="06287E"/>
                </a:solidFill>
                <a:latin typeface="Consolas" panose="020B0609020204030204" pitchFamily="49" charset="0"/>
              </a:rPr>
              <a:t>Length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!=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dirty="0">
                <a:solidFill>
                  <a:srgbClr val="40A070"/>
                </a:solidFill>
                <a:latin typeface="Consolas" panose="020B0609020204030204" pitchFamily="49" charset="0"/>
              </a:rPr>
              <a:t>11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)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b="1" dirty="0">
                <a:solidFill>
                  <a:srgbClr val="007020"/>
                </a:solidFill>
                <a:latin typeface="Consolas" panose="020B0609020204030204" pitchFamily="49" charset="0"/>
              </a:rPr>
              <a:t>throw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b="1" dirty="0">
                <a:solidFill>
                  <a:srgbClr val="007020"/>
                </a:solidFill>
                <a:latin typeface="Consolas" panose="020B0609020204030204" pitchFamily="49" charset="0"/>
              </a:rPr>
              <a:t>new</a:t>
            </a:r>
            <a:r>
              <a:rPr lang="de-DE" sz="1300" b="1" dirty="0">
                <a:solidFill>
                  <a:srgbClr val="007020"/>
                </a:solidFill>
                <a:latin typeface="Consolas" panose="020B0609020204030204" pitchFamily="49" charset="0"/>
              </a:rPr>
              <a:t>  </a:t>
            </a:r>
          </a:p>
          <a:p>
            <a:pPr lv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300" b="1" dirty="0">
                <a:solidFill>
                  <a:srgbClr val="007020"/>
                </a:solidFill>
                <a:latin typeface="Consolas" panose="020B0609020204030204" pitchFamily="49" charset="0"/>
              </a:rPr>
              <a:t>                                       </a:t>
            </a:r>
            <a:r>
              <a:rPr sz="1300" dirty="0" err="1">
                <a:solidFill>
                  <a:srgbClr val="06287E"/>
                </a:solidFill>
                <a:latin typeface="Consolas" panose="020B0609020204030204" pitchFamily="49" charset="0"/>
              </a:rPr>
              <a:t>ArgumentException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sz="1300" dirty="0">
                <a:solidFill>
                  <a:srgbClr val="4070A0"/>
                </a:solidFill>
                <a:latin typeface="Consolas" panose="020B0609020204030204" pitchFamily="49" charset="0"/>
              </a:rPr>
              <a:t>"</a:t>
            </a:r>
            <a:r>
              <a:rPr sz="1300" dirty="0" err="1">
                <a:solidFill>
                  <a:srgbClr val="4070A0"/>
                </a:solidFill>
                <a:latin typeface="Consolas" panose="020B0609020204030204" pitchFamily="49" charset="0"/>
              </a:rPr>
              <a:t>Ungültig</a:t>
            </a:r>
            <a:r>
              <a:rPr sz="1300" dirty="0">
                <a:solidFill>
                  <a:srgbClr val="4070A0"/>
                </a:solidFill>
                <a:latin typeface="Consolas" panose="020B0609020204030204" pitchFamily="49" charset="0"/>
              </a:rPr>
              <a:t>"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);</a:t>
            </a:r>
            <a:br>
              <a:rPr sz="1300" dirty="0">
                <a:latin typeface="Consolas" panose="020B0609020204030204" pitchFamily="49" charset="0"/>
              </a:rPr>
            </a:br>
            <a:r>
              <a:rPr sz="1300" dirty="0">
                <a:latin typeface="Consolas" panose="020B0609020204030204" pitchFamily="49" charset="0"/>
              </a:rPr>
              <a:t>            _</a:t>
            </a:r>
            <a:r>
              <a:rPr sz="1300" dirty="0" err="1">
                <a:latin typeface="Consolas" panose="020B0609020204030204" pitchFamily="49" charset="0"/>
              </a:rPr>
              <a:t>steuerId</a:t>
            </a:r>
            <a:r>
              <a:rPr sz="1300" dirty="0">
                <a:latin typeface="Consolas" panose="020B0609020204030204" pitchFamily="49" charset="0"/>
              </a:rPr>
              <a:t> 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=</a:t>
            </a:r>
            <a:r>
              <a:rPr sz="1300" dirty="0">
                <a:latin typeface="Consolas" panose="020B0609020204030204" pitchFamily="49" charset="0"/>
              </a:rPr>
              <a:t> value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;</a:t>
            </a:r>
            <a:br>
              <a:rPr sz="1300" dirty="0">
                <a:latin typeface="Consolas" panose="020B0609020204030204" pitchFamily="49" charset="0"/>
              </a:rPr>
            </a:br>
            <a:r>
              <a:rPr sz="1300" dirty="0">
                <a:latin typeface="Consolas" panose="020B0609020204030204" pitchFamily="49" charset="0"/>
              </a:rPr>
              <a:t>        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}</a:t>
            </a:r>
            <a:br>
              <a:rPr sz="1300" dirty="0">
                <a:latin typeface="Consolas" panose="020B0609020204030204" pitchFamily="49" charset="0"/>
              </a:rPr>
            </a:br>
            <a:r>
              <a:rPr sz="1300" dirty="0">
                <a:latin typeface="Consolas" panose="020B0609020204030204" pitchFamily="49" charset="0"/>
              </a:rPr>
              <a:t>    </a:t>
            </a: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}</a:t>
            </a:r>
            <a:br>
              <a:rPr sz="1300" dirty="0">
                <a:latin typeface="Consolas" panose="020B0609020204030204" pitchFamily="49" charset="0"/>
              </a:rPr>
            </a:br>
            <a:r>
              <a:rPr sz="1300" dirty="0">
                <a:solidFill>
                  <a:srgbClr val="666666"/>
                </a:solidFill>
                <a:latin typeface="Consolas" panose="020B0609020204030204" pitchFamily="49" charset="0"/>
              </a:rPr>
              <a:t>}</a:t>
            </a:r>
          </a:p>
          <a:p>
            <a:pPr marL="0" lvl="0" indent="0">
              <a:buNone/>
            </a:pPr>
            <a:r>
              <a:rPr dirty="0"/>
              <a:t>Properties </a:t>
            </a:r>
            <a:r>
              <a:rPr dirty="0" err="1"/>
              <a:t>ermöglichen</a:t>
            </a:r>
            <a:r>
              <a:rPr dirty="0"/>
              <a:t> es </a:t>
            </a:r>
            <a:r>
              <a:rPr dirty="0" err="1"/>
              <a:t>uns</a:t>
            </a:r>
            <a:r>
              <a:rPr dirty="0"/>
              <a:t>, </a:t>
            </a:r>
            <a:r>
              <a:rPr dirty="0" err="1"/>
              <a:t>später</a:t>
            </a:r>
            <a:r>
              <a:rPr dirty="0"/>
              <a:t> Logik </a:t>
            </a:r>
            <a:r>
              <a:rPr dirty="0" err="1"/>
              <a:t>hinzuzufügen</a:t>
            </a:r>
            <a:r>
              <a:rPr dirty="0"/>
              <a:t>, </a:t>
            </a:r>
            <a:r>
              <a:rPr dirty="0" err="1"/>
              <a:t>ohne</a:t>
            </a:r>
            <a:r>
              <a:rPr dirty="0"/>
              <a:t> die </a:t>
            </a:r>
            <a:r>
              <a:rPr dirty="0" err="1"/>
              <a:t>Schnittstelle</a:t>
            </a:r>
            <a:r>
              <a:rPr dirty="0"/>
              <a:t> der Klasse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brechen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Kapselung und Sichtbarkeiten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Das Geheimnisprinzip (Information Hiding) besagt, dass ein Objekt seine internen Details verbergen sollte.</a:t>
            </a:r>
          </a:p>
          <a:p>
            <a:pPr lvl="0"/>
            <a:r>
              <a:rPr>
                <a:latin typeface="Courier"/>
              </a:rPr>
              <a:t>private</a:t>
            </a:r>
            <a:r>
              <a:t>: Standard für alle Felder. Nur die Klasse selbst kennt diese Daten.</a:t>
            </a:r>
          </a:p>
          <a:p>
            <a:pPr lvl="0"/>
            <a:r>
              <a:rPr>
                <a:latin typeface="Courier"/>
              </a:rPr>
              <a:t>public</a:t>
            </a:r>
            <a:r>
              <a:t>: Die öffentliche Schnittstelle der Klasse (der “Vertrag” mit der Außenwelt).</a:t>
            </a:r>
          </a:p>
          <a:p>
            <a:pPr lvl="0"/>
            <a:r>
              <a:rPr>
                <a:latin typeface="Courier"/>
              </a:rPr>
              <a:t>protected</a:t>
            </a:r>
            <a:r>
              <a:t>: Erlaubt Erben (Subklassen), auf Details zuzugreifen, hält sie aber vor dem Rest der Welt verborgen.</a:t>
            </a:r>
          </a:p>
          <a:p>
            <a:pPr lvl="0"/>
            <a:r>
              <a:rPr>
                <a:latin typeface="Courier"/>
              </a:rPr>
              <a:t>internal</a:t>
            </a:r>
            <a:r>
              <a:t>: Sichtbar innerhalb des gleichen Projekts/Assemblies.</a:t>
            </a:r>
          </a:p>
          <a:p>
            <a:pPr marL="0" lvl="0" indent="0">
              <a:buNone/>
            </a:pPr>
            <a:r>
              <a:rPr b="1"/>
              <a:t>Regel:</a:t>
            </a:r>
            <a:r>
              <a:t> So restriktiv wie möglich, so offen wie nötig.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Die Rolle von Konstruktoren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lvl="0" indent="0">
              <a:buNone/>
            </a:pPr>
            <a:r>
              <a:t>Ein Objekt sollte zu jedem Zeitpunkt in einem gültigen Zustand sein. Ein Konstruktor erzwingt die Bereitstellung von Pflichtdaten.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Akte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Aktenzeichen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Konstruktor erzwingt das Aktenzeichen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Akte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az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IsNullOrWhiteSpace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az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throw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ArgumentException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"Az darf nicht leer sein."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Aktenzeichen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az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marL="0" lvl="0" indent="0">
              <a:buNone/>
            </a:pPr>
            <a:r>
              <a:t>Ohne Konstruktor könnte jemand eine </a:t>
            </a:r>
            <a:r>
              <a:rPr>
                <a:latin typeface="Courier"/>
              </a:rPr>
              <a:t>Akte</a:t>
            </a:r>
            <a:r>
              <a:t> ohne </a:t>
            </a:r>
            <a:r>
              <a:rPr>
                <a:latin typeface="Courier"/>
              </a:rPr>
              <a:t>Aktenzeichen</a:t>
            </a:r>
            <a:r>
              <a:t> erstellen – ein logischer Fehler in unserem System.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Teil 4: Clean Code – Die Kunst der Namensgebung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733553-45E4-B6ED-4538-A37C8B7ED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Namen als Dokumentation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Guter Code benötigt kaum Kommentare, weil die Namen der Variablen, Methoden und Klassen die Absicht des Autors erklären.</a:t>
            </a:r>
          </a:p>
          <a:p>
            <a:pPr marL="0" lvl="0" indent="0">
              <a:buNone/>
            </a:pPr>
            <a:r>
              <a:rPr b="1"/>
              <a:t>Die goldene Regel:</a:t>
            </a:r>
            <a:r>
              <a:t> Wählen Sie Namen, die das “Warum” und “Was” erklären, nicht das “Wie”.</a:t>
            </a:r>
          </a:p>
          <a:p>
            <a:pPr lvl="0"/>
            <a:r>
              <a:rPr b="1"/>
              <a:t>Schlecht:</a:t>
            </a:r>
            <a:r>
              <a:t> </a:t>
            </a:r>
            <a:r>
              <a:rPr>
                <a:latin typeface="Courier"/>
              </a:rPr>
              <a:t>List&lt;string&gt; sList = new List&lt;string&gt;();</a:t>
            </a:r>
            <a:r>
              <a:t> (Sagt nur etwas über den Typ aus).</a:t>
            </a:r>
          </a:p>
          <a:p>
            <a:pPr lvl="0"/>
            <a:r>
              <a:rPr b="1"/>
              <a:t>Gut:</a:t>
            </a:r>
            <a:r>
              <a:t> </a:t>
            </a:r>
            <a:r>
              <a:rPr>
                <a:latin typeface="Courier"/>
              </a:rPr>
              <a:t>List&lt;string&gt; angemeldeteTeilnehmer = new List&lt;string&gt;();</a:t>
            </a:r>
            <a:r>
              <a:t> (Sagt etwas über den fachlichen Inhalt aus).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Keine Angst vor langen Namen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In der modernen Softwareentwicklung (mit Auto-Completion) sind kurze, kryptische Namen ein Hindernis.</a:t>
            </a:r>
          </a:p>
          <a:p>
            <a:pPr lvl="0"/>
            <a:r>
              <a:rPr b="1"/>
              <a:t>Vermeiden:</a:t>
            </a:r>
            <a:r>
              <a:t> </a:t>
            </a:r>
            <a:r>
              <a:rPr>
                <a:latin typeface="Courier"/>
              </a:rPr>
              <a:t>int d;</a:t>
            </a:r>
            <a:r>
              <a:t>, </a:t>
            </a:r>
            <a:r>
              <a:rPr>
                <a:latin typeface="Courier"/>
              </a:rPr>
              <a:t>var ret = true;</a:t>
            </a:r>
            <a:r>
              <a:t>, </a:t>
            </a:r>
            <a:r>
              <a:rPr>
                <a:latin typeface="Courier"/>
              </a:rPr>
              <a:t>void Proc(int i);</a:t>
            </a:r>
          </a:p>
          <a:p>
            <a:pPr lvl="0"/>
            <a:r>
              <a:rPr b="1"/>
              <a:t>Bevorzugen:</a:t>
            </a:r>
            <a:r>
              <a:t> </a:t>
            </a:r>
            <a:r>
              <a:rPr>
                <a:latin typeface="Courier"/>
              </a:rPr>
              <a:t>int tageSeitAntragseingang;</a:t>
            </a:r>
            <a:r>
              <a:t>, </a:t>
            </a:r>
            <a:r>
              <a:rPr>
                <a:latin typeface="Courier"/>
              </a:rPr>
              <a:t>var istWahlberechtigt = true;</a:t>
            </a:r>
            <a:r>
              <a:t>, </a:t>
            </a:r>
            <a:r>
              <a:rPr>
                <a:latin typeface="Courier"/>
              </a:rPr>
              <a:t>void RegistriereBuerger(int buergerId);</a:t>
            </a:r>
          </a:p>
          <a:p>
            <a:pPr marL="0" lvl="0" indent="0">
              <a:buNone/>
            </a:pPr>
            <a:r>
              <a:t>Besonders in der Verwaltung sind Fachbegriffe (z.B. </a:t>
            </a:r>
            <a:r>
              <a:rPr>
                <a:latin typeface="Courier"/>
              </a:rPr>
              <a:t>Verwaltungsverfahrensgesetz</a:t>
            </a:r>
            <a:r>
              <a:t>) oft lang. Schreiben Sie diese aus, statt eigene, unklare Abkürzungen zu erfinden.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Namenskonventionen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Halten Sie sich an den Microsoft-Standard für Konsistenz:</a:t>
            </a:r>
          </a:p>
          <a:p>
            <a:pPr lvl="0"/>
            <a:r>
              <a:rPr b="1"/>
              <a:t>PascalCase:</a:t>
            </a:r>
            <a:r>
              <a:t> Für Klassen, Methoden und Properties (</a:t>
            </a:r>
            <a:r>
              <a:rPr>
                <a:latin typeface="Courier"/>
              </a:rPr>
              <a:t>BuergerService</a:t>
            </a:r>
            <a:r>
              <a:t>, </a:t>
            </a:r>
            <a:r>
              <a:rPr>
                <a:latin typeface="Courier"/>
              </a:rPr>
              <a:t>BerechneBetrag</a:t>
            </a:r>
            <a:r>
              <a:t>, </a:t>
            </a:r>
            <a:r>
              <a:rPr>
                <a:latin typeface="Courier"/>
              </a:rPr>
              <a:t>Name</a:t>
            </a:r>
            <a:r>
              <a:t>).</a:t>
            </a:r>
          </a:p>
          <a:p>
            <a:pPr lvl="0"/>
            <a:r>
              <a:rPr b="1"/>
              <a:t>camelCase:</a:t>
            </a:r>
            <a:r>
              <a:t> Für lokale Variablen und Parameter (</a:t>
            </a:r>
            <a:r>
              <a:rPr>
                <a:latin typeface="Courier"/>
              </a:rPr>
              <a:t>aktuellerAntrag</a:t>
            </a:r>
            <a:r>
              <a:t>, </a:t>
            </a:r>
            <a:r>
              <a:rPr>
                <a:latin typeface="Courier"/>
              </a:rPr>
              <a:t>id</a:t>
            </a:r>
            <a:r>
              <a:t>).</a:t>
            </a:r>
          </a:p>
          <a:p>
            <a:pPr lvl="0"/>
            <a:r>
              <a:t>**_camelCase (mit Unterstrich):** Für private Felder (</a:t>
            </a:r>
            <a:r>
              <a:rPr>
                <a:latin typeface="Courier"/>
              </a:rPr>
              <a:t>_datenbankVerbindung</a:t>
            </a:r>
            <a:r>
              <a:t>).</a:t>
            </a:r>
          </a:p>
          <a:p>
            <a:pPr marL="0" lvl="0" indent="0">
              <a:buNone/>
            </a:pPr>
            <a:r>
              <a:t>Einheitlichkeit reduziert die kognitive Last beim Lesen von fremdem Code enorm.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Teil 5: Funktionen und Methoden-Design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2A242D-3F5A-09AB-7CD8-B16625515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Die “Do One Thing” Regel (SRP)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Eine Methode sollte genau eine Aufgabe erfüllen und diese vollständig erledigen. Wenn Sie eine Methode mit “Und” beschreiben müssen, ist sie wahrscheinlich zu groß.</a:t>
            </a:r>
          </a:p>
          <a:p>
            <a:pPr lvl="0"/>
            <a:r>
              <a:rPr b="1"/>
              <a:t>Schlecht:</a:t>
            </a:r>
            <a:r>
              <a:t> </a:t>
            </a:r>
            <a:r>
              <a:rPr>
                <a:latin typeface="Courier"/>
              </a:rPr>
              <a:t>void ValidierenUndSpeichern(Antrag a)</a:t>
            </a:r>
          </a:p>
          <a:p>
            <a:pPr lvl="0"/>
            <a:r>
              <a:rPr b="1"/>
              <a:t>Besser:</a:t>
            </a:r>
            <a:r>
              <a:t> Trennen in </a:t>
            </a:r>
            <a:r>
              <a:rPr>
                <a:latin typeface="Courier"/>
              </a:rPr>
              <a:t>bool IstAntragValide(Antrag a)</a:t>
            </a:r>
            <a:r>
              <a:t> und </a:t>
            </a:r>
            <a:r>
              <a:rPr>
                <a:latin typeface="Courier"/>
              </a:rPr>
              <a:t>void SpeichereAntrag(Antrag a)</a:t>
            </a:r>
            <a:r>
              <a:t>.</a:t>
            </a:r>
          </a:p>
          <a:p>
            <a:pPr marL="0" lvl="0" indent="0">
              <a:buNone/>
            </a:pPr>
            <a:r>
              <a:t>Kleine Methoden sind leichter zu verstehen, einfacher zu testen und fördern die Wiederverwendbarkeit.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Die optimale Länge einer Methode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Es </a:t>
            </a:r>
            <a:r>
              <a:rPr dirty="0" err="1"/>
              <a:t>gibt</a:t>
            </a:r>
            <a:r>
              <a:rPr dirty="0"/>
              <a:t> </a:t>
            </a:r>
            <a:r>
              <a:rPr dirty="0" err="1"/>
              <a:t>keine</a:t>
            </a:r>
            <a:r>
              <a:rPr dirty="0"/>
              <a:t> </a:t>
            </a:r>
            <a:r>
              <a:rPr dirty="0" err="1"/>
              <a:t>harte</a:t>
            </a:r>
            <a:r>
              <a:rPr dirty="0"/>
              <a:t> </a:t>
            </a:r>
            <a:r>
              <a:rPr dirty="0" err="1"/>
              <a:t>Grenze</a:t>
            </a:r>
            <a:r>
              <a:rPr dirty="0"/>
              <a:t>, </a:t>
            </a:r>
            <a:r>
              <a:rPr dirty="0" err="1"/>
              <a:t>aber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gute</a:t>
            </a:r>
            <a:r>
              <a:rPr dirty="0"/>
              <a:t> </a:t>
            </a:r>
            <a:r>
              <a:rPr dirty="0" err="1"/>
              <a:t>Faustregel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: </a:t>
            </a:r>
            <a:endParaRPr lang="de-DE" dirty="0"/>
          </a:p>
          <a:p>
            <a:pPr marL="0" lvl="0" indent="0">
              <a:buNone/>
            </a:pPr>
            <a:endParaRPr lang="de-DE" dirty="0"/>
          </a:p>
          <a:p>
            <a:pPr marL="144000" indent="-14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</a:pPr>
            <a:r>
              <a:rPr dirty="0"/>
              <a:t>Eine Methode </a:t>
            </a:r>
            <a:r>
              <a:rPr dirty="0" err="1"/>
              <a:t>sollte</a:t>
            </a:r>
            <a:r>
              <a:rPr dirty="0"/>
              <a:t> </a:t>
            </a:r>
            <a:r>
              <a:rPr dirty="0" err="1"/>
              <a:t>idealerweise</a:t>
            </a:r>
            <a:r>
              <a:rPr dirty="0"/>
              <a:t> auf </a:t>
            </a:r>
            <a:r>
              <a:rPr dirty="0" err="1"/>
              <a:t>einen</a:t>
            </a:r>
            <a:r>
              <a:rPr dirty="0"/>
              <a:t> </a:t>
            </a:r>
            <a:r>
              <a:rPr dirty="0" err="1"/>
              <a:t>Bildschirm</a:t>
            </a:r>
            <a:r>
              <a:rPr dirty="0"/>
              <a:t> </a:t>
            </a:r>
            <a:r>
              <a:rPr dirty="0" err="1"/>
              <a:t>passen</a:t>
            </a:r>
            <a:r>
              <a:rPr dirty="0"/>
              <a:t>, </a:t>
            </a:r>
            <a:r>
              <a:rPr dirty="0" err="1"/>
              <a:t>ohne</a:t>
            </a:r>
            <a:r>
              <a:rPr dirty="0"/>
              <a:t> </a:t>
            </a:r>
            <a:r>
              <a:rPr dirty="0" err="1"/>
              <a:t>dass</a:t>
            </a:r>
            <a:r>
              <a:rPr dirty="0"/>
              <a:t> man </a:t>
            </a:r>
            <a:r>
              <a:rPr dirty="0" err="1"/>
              <a:t>scrollen</a:t>
            </a:r>
            <a:r>
              <a:rPr dirty="0"/>
              <a:t> muss (ca. 5 </a:t>
            </a:r>
            <a:r>
              <a:rPr lang="de-DE" dirty="0"/>
              <a:t>–</a:t>
            </a:r>
            <a:r>
              <a:rPr dirty="0"/>
              <a:t> </a:t>
            </a:r>
            <a:r>
              <a:rPr lang="de-DE" dirty="0"/>
              <a:t>20 </a:t>
            </a:r>
            <a:r>
              <a:rPr dirty="0" err="1"/>
              <a:t>Zeilen</a:t>
            </a:r>
            <a:r>
              <a:rPr dirty="0"/>
              <a:t>). </a:t>
            </a:r>
            <a:endParaRPr lang="de-DE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144000" indent="-14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</a:pPr>
            <a:r>
              <a:rPr dirty="0"/>
              <a:t>Wenn </a:t>
            </a:r>
            <a:r>
              <a:rPr dirty="0" err="1"/>
              <a:t>eine</a:t>
            </a:r>
            <a:r>
              <a:rPr dirty="0"/>
              <a:t> Methode 50 </a:t>
            </a:r>
            <a:r>
              <a:rPr dirty="0" err="1"/>
              <a:t>oder</a:t>
            </a:r>
            <a:r>
              <a:rPr dirty="0"/>
              <a:t> 100 </a:t>
            </a:r>
            <a:r>
              <a:rPr dirty="0" err="1"/>
              <a:t>Zeilen</a:t>
            </a:r>
            <a:r>
              <a:rPr dirty="0"/>
              <a:t> hat, </a:t>
            </a:r>
            <a:r>
              <a:rPr dirty="0" err="1"/>
              <a:t>enthält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fast immer </a:t>
            </a:r>
            <a:r>
              <a:rPr dirty="0" err="1"/>
              <a:t>mehrere</a:t>
            </a:r>
            <a:r>
              <a:rPr dirty="0"/>
              <a:t> </a:t>
            </a:r>
            <a:r>
              <a:rPr dirty="0" err="1"/>
              <a:t>Verantwortlichkeiten</a:t>
            </a:r>
            <a:r>
              <a:rPr dirty="0"/>
              <a:t>, die </a:t>
            </a:r>
            <a:r>
              <a:rPr dirty="0" err="1"/>
              <a:t>extrahiert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 </a:t>
            </a:r>
            <a:r>
              <a:rPr dirty="0" err="1"/>
              <a:t>sollten</a:t>
            </a:r>
            <a:r>
              <a:rPr dirty="0"/>
              <a:t> (Refactoring: Extract Method).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Abstraktionsebenen in Methoden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Mischen Sie nicht verschiedene logische Ebenen in einer Funktion.</a:t>
            </a:r>
          </a:p>
          <a:p>
            <a:pPr lvl="0"/>
            <a:r>
              <a:rPr b="1"/>
              <a:t>High-Level:</a:t>
            </a:r>
            <a:r>
              <a:t> “Prüfe, ob der Bürger förderfähig ist.”</a:t>
            </a:r>
          </a:p>
          <a:p>
            <a:pPr lvl="0"/>
            <a:r>
              <a:rPr b="1"/>
              <a:t>Low-Level:</a:t>
            </a:r>
            <a:r>
              <a:t> “Suche in der SQL-Datenbank nach der ID 42.”</a:t>
            </a:r>
          </a:p>
          <a:p>
            <a:pPr marL="0" lvl="0" indent="0">
              <a:buNone/>
            </a:pPr>
            <a:r>
              <a:t>Eine gute Methode liest sich wie ein Inhaltsverzeichnis: Sie ruft andere spezialisierte Methoden auf, statt selbst alle Details zu implementieren.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Die Anzahl der Parameter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Je mehr Parameter eine Methode hat, desto schwerer ist sie zu verstehen und zu testen.</a:t>
            </a:r>
          </a:p>
          <a:p>
            <a:pPr lvl="0"/>
            <a:r>
              <a:rPr b="1"/>
              <a:t>0-2 Parameter:</a:t>
            </a:r>
            <a:r>
              <a:t> Ideal.</a:t>
            </a:r>
          </a:p>
          <a:p>
            <a:pPr lvl="0"/>
            <a:r>
              <a:rPr b="1"/>
              <a:t>3 Parameter:</a:t>
            </a:r>
            <a:r>
              <a:t> Akzeptabel, wenn nötig.</a:t>
            </a:r>
          </a:p>
          <a:p>
            <a:pPr lvl="0"/>
            <a:r>
              <a:rPr b="1"/>
              <a:t>4+ Parameter:</a:t>
            </a:r>
            <a:r>
              <a:t> Warnsignal! Fassen Sie zusammengehörige Parameter in einer eigenen Klasse oder Struktur zusammen (Parameter Object).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Teil 6: Code Smells und Anti-Patterns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77E0251-921D-F4CF-B049-C68110E185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Magic Numbers und Magic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Zahlen oder Texte, die ohne Erklärung im Code stehen, nennt man “magisch”. Sie sind gefährlich, weil ihre Bedeutung unklar ist.</a:t>
            </a:r>
          </a:p>
          <a:p>
            <a:pPr lvl="0"/>
            <a:r>
              <a:rPr b="1"/>
              <a:t>Schlecht:</a:t>
            </a:r>
            <a:r>
              <a:t> </a:t>
            </a:r>
            <a:r>
              <a:rPr>
                <a:latin typeface="Courier"/>
              </a:rPr>
              <a:t>if (antrag.Status == 4) { ... }</a:t>
            </a:r>
            <a:r>
              <a:t> (Was ist 4?)</a:t>
            </a:r>
          </a:p>
          <a:p>
            <a:pPr lvl="0"/>
            <a:r>
              <a:rPr b="1"/>
              <a:t>Lösung:</a:t>
            </a:r>
            <a:r>
              <a:t> Nutzen Sie </a:t>
            </a:r>
            <a:r>
              <a:rPr>
                <a:latin typeface="Courier"/>
              </a:rPr>
              <a:t>Enums</a:t>
            </a:r>
            <a:r>
              <a:t>.</a:t>
            </a:r>
          </a:p>
          <a:p>
            <a:pPr lvl="0"/>
            <a:r>
              <a:rPr b="1"/>
              <a:t>Besser:</a:t>
            </a:r>
            <a:r>
              <a:t> </a:t>
            </a:r>
            <a:r>
              <a:rPr>
                <a:latin typeface="Courier"/>
              </a:rPr>
              <a:t>if (antrag.Status == Status.Abgelehnt) { ... }</a:t>
            </a:r>
          </a:p>
          <a:p>
            <a:pPr marL="0" lvl="0" indent="0">
              <a:buNone/>
            </a:pPr>
            <a:r>
              <a:t>Enums bieten Typsicherheit und machen den Code lesbar wie einen englischen (oder deutschen) Satz.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DRY – Don’t Repeat Yourself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Wiederholen Sie sich nicht. Redundanter Code ist die größte Fehlerquelle bei späteren Änderungen.</a:t>
            </a:r>
          </a:p>
          <a:p>
            <a:pPr marL="0" lvl="0" indent="0">
              <a:buNone/>
            </a:pPr>
            <a:r>
              <a:t>Wenn Sie die gleiche Logik (z.B. die Berechnung der Mehrwertsteuer) an drei Stellen haben, werden Sie bei einer Gesetzesänderung garantiert eine Stelle vergessen zu aktualisieren. </a:t>
            </a:r>
            <a:r>
              <a:rPr b="1"/>
              <a:t>Lösung:</a:t>
            </a:r>
            <a:r>
              <a:t> Logik in eine zentrale Methode oder Klasse auslagern.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KISS – Keep It Simple, Stupid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Wählen Sie immer die einfachste Lösung, die das Problem löst. Vermeiden Sie “Over-Engineering”.</a:t>
            </a:r>
          </a:p>
          <a:p>
            <a:pPr marL="0" lvl="0" indent="0">
              <a:buNone/>
            </a:pPr>
            <a:r>
              <a:t>Schreiben Sie keinen hochkomplexen, generischen Algorithmus, wenn eine einfache Schleife ausreicht. “Schlauer” Code ist oft schwer zu warten. Ihr Ziel ist </a:t>
            </a:r>
            <a:r>
              <a:rPr b="1"/>
              <a:t>klarer</a:t>
            </a:r>
            <a:r>
              <a:t> Code, kein beeindruckend komplizierter Code.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Teil 7: Kommentare und Dokumentation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C3889D-2894-4931-2791-8ED485936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Der Mythos vom “selbstdokumentierenden Code”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Code kann nie das “Warum” einer geschäftlichen Entscheidung erklären, aber er sollte immer das “Was” erklären können.</a:t>
            </a:r>
          </a:p>
          <a:p>
            <a:pPr lvl="0"/>
            <a:r>
              <a:rPr b="1"/>
              <a:t>Vermeiden:</a:t>
            </a:r>
            <a:r>
              <a:t> Kommentare, die den Code nur wiederholen. </a:t>
            </a:r>
            <a:r>
              <a:rPr>
                <a:latin typeface="Courier"/>
              </a:rPr>
              <a:t>i++; // i um eins erhöhen</a:t>
            </a:r>
          </a:p>
          <a:p>
            <a:pPr lvl="0"/>
            <a:r>
              <a:rPr b="1"/>
              <a:t>Vermeiden:</a:t>
            </a:r>
            <a:r>
              <a:t> Kommentare, die schlechten Code rechtfertigen. </a:t>
            </a:r>
            <a:r>
              <a:rPr>
                <a:latin typeface="Courier"/>
              </a:rPr>
              <a:t>// Dieser Teil ist etwas unübersichtlich, aber er funktioniert...</a:t>
            </a:r>
            <a:r>
              <a:t> -&gt; </a:t>
            </a:r>
            <a:r>
              <a:rPr b="1"/>
              <a:t>Lösung: Refactoring!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Wann sind Kommentare sinnvoll?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Nutzen</a:t>
            </a:r>
            <a:r>
              <a:rPr dirty="0"/>
              <a:t> Sie </a:t>
            </a:r>
            <a:r>
              <a:rPr dirty="0" err="1"/>
              <a:t>Kommentare</a:t>
            </a:r>
            <a:r>
              <a:rPr dirty="0"/>
              <a:t> </a:t>
            </a:r>
            <a:r>
              <a:rPr dirty="0" err="1"/>
              <a:t>sparsam</a:t>
            </a:r>
            <a:r>
              <a:rPr dirty="0"/>
              <a:t> und </a:t>
            </a:r>
            <a:r>
              <a:rPr dirty="0" err="1"/>
              <a:t>gezielt</a:t>
            </a:r>
            <a:r>
              <a:rPr dirty="0"/>
              <a:t> für: </a:t>
            </a:r>
            <a:endParaRPr lang="de-DE" dirty="0"/>
          </a:p>
          <a:p>
            <a:pPr marL="342900" lvl="0" indent="-342900">
              <a:buFont typeface="+mj-lt"/>
              <a:buAutoNum type="arabicPeriod"/>
            </a:pPr>
            <a:r>
              <a:rPr b="1" dirty="0" err="1"/>
              <a:t>Rechtliche</a:t>
            </a:r>
            <a:r>
              <a:rPr b="1" dirty="0"/>
              <a:t> </a:t>
            </a:r>
            <a:r>
              <a:rPr b="1" dirty="0" err="1"/>
              <a:t>Hinweise</a:t>
            </a:r>
            <a:r>
              <a:rPr b="1" dirty="0"/>
              <a:t>:</a:t>
            </a:r>
            <a:r>
              <a:rPr dirty="0"/>
              <a:t> </a:t>
            </a:r>
            <a:r>
              <a:rPr dirty="0" err="1"/>
              <a:t>Lizenzen</a:t>
            </a:r>
            <a:r>
              <a:rPr dirty="0"/>
              <a:t>, Copyright. </a:t>
            </a:r>
            <a:endParaRPr lang="de-DE" dirty="0"/>
          </a:p>
          <a:p>
            <a:pPr marL="342900" lvl="0" indent="-342900">
              <a:buFont typeface="+mj-lt"/>
              <a:buAutoNum type="arabicPeriod"/>
            </a:pPr>
            <a:r>
              <a:rPr b="1" dirty="0" err="1"/>
              <a:t>Warnungen</a:t>
            </a:r>
            <a:r>
              <a:rPr b="1" dirty="0"/>
              <a:t>:</a:t>
            </a:r>
            <a:r>
              <a:rPr dirty="0"/>
              <a:t> </a:t>
            </a:r>
            <a:br>
              <a:rPr lang="de-DE" dirty="0"/>
            </a:br>
            <a:r>
              <a:rPr dirty="0">
                <a:latin typeface="Courier"/>
              </a:rPr>
              <a:t>// Achtung: Der </a:t>
            </a:r>
            <a:r>
              <a:rPr dirty="0" err="1">
                <a:latin typeface="Courier"/>
              </a:rPr>
              <a:t>Aufruf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dauert</a:t>
            </a:r>
            <a:r>
              <a:rPr dirty="0">
                <a:latin typeface="Courier"/>
              </a:rPr>
              <a:t> ca. 30 </a:t>
            </a:r>
            <a:r>
              <a:rPr dirty="0" err="1">
                <a:latin typeface="Courier"/>
              </a:rPr>
              <a:t>Sekunden</a:t>
            </a:r>
            <a:r>
              <a:rPr dirty="0">
                <a:latin typeface="Courier"/>
              </a:rPr>
              <a:t> (API-Limit)</a:t>
            </a:r>
            <a:r>
              <a:rPr dirty="0"/>
              <a:t>. </a:t>
            </a:r>
            <a:endParaRPr lang="de-DE" dirty="0"/>
          </a:p>
          <a:p>
            <a:pPr marL="342900" lvl="0" indent="-342900">
              <a:buFont typeface="+mj-lt"/>
              <a:buAutoNum type="arabicPeriod"/>
            </a:pPr>
            <a:r>
              <a:rPr b="1" dirty="0" err="1"/>
              <a:t>Absichtserklärung</a:t>
            </a:r>
            <a:r>
              <a:rPr b="1" dirty="0"/>
              <a:t> (Das </a:t>
            </a:r>
            <a:r>
              <a:rPr b="1" dirty="0" err="1"/>
              <a:t>Warum</a:t>
            </a:r>
            <a:r>
              <a:rPr b="1" dirty="0"/>
              <a:t>):</a:t>
            </a:r>
            <a:r>
              <a:rPr dirty="0"/>
              <a:t> </a:t>
            </a:r>
            <a:br>
              <a:rPr lang="de-DE" dirty="0"/>
            </a:br>
            <a:r>
              <a:rPr dirty="0">
                <a:latin typeface="Courier"/>
              </a:rPr>
              <a:t>// Wir </a:t>
            </a:r>
            <a:r>
              <a:rPr dirty="0" err="1">
                <a:latin typeface="Courier"/>
              </a:rPr>
              <a:t>nutzen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hier</a:t>
            </a:r>
            <a:r>
              <a:rPr dirty="0">
                <a:latin typeface="Courier"/>
              </a:rPr>
              <a:t> den </a:t>
            </a:r>
            <a:r>
              <a:rPr dirty="0" err="1">
                <a:latin typeface="Courier"/>
              </a:rPr>
              <a:t>Algorithmus</a:t>
            </a:r>
            <a:r>
              <a:rPr dirty="0">
                <a:latin typeface="Courier"/>
              </a:rPr>
              <a:t> X, um </a:t>
            </a:r>
            <a:r>
              <a:rPr dirty="0" err="1">
                <a:latin typeface="Courier"/>
              </a:rPr>
              <a:t>Kompatibilität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mit</a:t>
            </a:r>
            <a:r>
              <a:rPr dirty="0">
                <a:latin typeface="Courier"/>
              </a:rPr>
              <a:t> System Y </a:t>
            </a:r>
            <a:r>
              <a:rPr dirty="0" err="1">
                <a:latin typeface="Courier"/>
              </a:rPr>
              <a:t>zu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gewährleisten</a:t>
            </a:r>
            <a:r>
              <a:rPr dirty="0"/>
              <a:t>. </a:t>
            </a:r>
            <a:endParaRPr lang="de-DE" dirty="0"/>
          </a:p>
          <a:p>
            <a:pPr marL="342900" lvl="0" indent="-342900">
              <a:buFont typeface="+mj-lt"/>
              <a:buAutoNum type="arabicPeriod"/>
            </a:pPr>
            <a:r>
              <a:rPr b="1" dirty="0"/>
              <a:t>TODOs:</a:t>
            </a:r>
            <a:r>
              <a:rPr dirty="0"/>
              <a:t> Um </a:t>
            </a:r>
            <a:r>
              <a:rPr dirty="0" err="1"/>
              <a:t>geplante</a:t>
            </a:r>
            <a:r>
              <a:rPr dirty="0"/>
              <a:t> </a:t>
            </a:r>
            <a:r>
              <a:rPr dirty="0" err="1"/>
              <a:t>Aufgaben</a:t>
            </a:r>
            <a:r>
              <a:rPr dirty="0"/>
              <a:t> </a:t>
            </a:r>
            <a:r>
              <a:rPr dirty="0" err="1"/>
              <a:t>temporär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markieren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Teil 8: Refactoring in der Praxis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20D7610-F3BE-1E9A-1BE8-3B0E9E82CB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Was ist Refactoring genau?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Refactoring bedeutet: Die interne Struktur des Codes verbessern, </a:t>
            </a:r>
            <a:r>
              <a:rPr b="1"/>
              <a:t>ohne</a:t>
            </a:r>
            <a:r>
              <a:t> das beobachtbare äußere Verhalten zu ändern.</a:t>
            </a:r>
          </a:p>
          <a:p>
            <a:pPr marL="0" lvl="0" indent="0">
              <a:buNone/>
            </a:pPr>
            <a:r>
              <a:t>Es ist wie das Aufräumen einer Küche während des Kochens: Es dauert kurzzeitig länger, verhindert aber, dass man später im Chaos versinkt und die Bestellung (das Release) verpasst.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Die Boy Scout Rule (Pfadfinder-Regel)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“Hinterlasse den Code immer ein Stück sauberer, als du ihn vorgefunden hast.”</a:t>
            </a:r>
          </a:p>
          <a:p>
            <a:pPr marL="0" lvl="0" indent="0">
              <a:buNone/>
            </a:pPr>
            <a:r>
              <a:t>Wenn jeder Entwickler bei jeder Änderung nur eine kleine Variable besser benennt oder eine zu lange Methode aufteilt, verbessert sich die Code-Qualität kontinuierlich, statt langsam zu verrotten.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Teil 9: </a:t>
            </a:r>
            <a:r>
              <a:rPr dirty="0" err="1"/>
              <a:t>Zusammenfassung</a:t>
            </a:r>
            <a:endParaRPr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D089290-0A3B-CCF9-E37A-56528B788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Die 5 wichtigsten Takeaways für heute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t>Code wird für Menschen geschrieben, nicht nur für den Compiler.</a:t>
            </a:r>
          </a:p>
          <a:p>
            <a:pPr marL="342900" lvl="0" indent="-342900">
              <a:buAutoNum type="arabicPeriod"/>
            </a:pPr>
            <a:r>
              <a:t>Namen sind Ihre wichtigste Dokumentation.</a:t>
            </a:r>
          </a:p>
          <a:p>
            <a:pPr marL="342900" lvl="0" indent="-342900">
              <a:buAutoNum type="arabicPeriod"/>
            </a:pPr>
            <a:r>
              <a:t>Methoden sollten klein sein und nur eine Aufgabe haben.</a:t>
            </a:r>
          </a:p>
          <a:p>
            <a:pPr marL="342900" lvl="0" indent="-342900">
              <a:buAutoNum type="arabicPeriod"/>
            </a:pPr>
            <a:r>
              <a:t>Vermeiden Sie Redundanz (DRY) und magische Werte (Enums nutzen).</a:t>
            </a:r>
          </a:p>
          <a:p>
            <a:pPr marL="342900" lvl="0" indent="-342900">
              <a:buAutoNum type="arabicPeriod"/>
            </a:pPr>
            <a:r>
              <a:t>Refactoring ist ein integraler Bestandteil der täglichen Arbeit.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ückblick">
  <a:themeElements>
    <a:clrScheme name="Rückblick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ückblick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ückblick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2025</Words>
  <Application>Microsoft Office PowerPoint</Application>
  <PresentationFormat>Benutzerdefiniert</PresentationFormat>
  <Paragraphs>135</Paragraphs>
  <Slides>34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34</vt:i4>
      </vt:variant>
    </vt:vector>
  </HeadingPairs>
  <TitlesOfParts>
    <vt:vector size="40" baseType="lpstr">
      <vt:lpstr>Calibri</vt:lpstr>
      <vt:lpstr>Calibri Light</vt:lpstr>
      <vt:lpstr>Consolas</vt:lpstr>
      <vt:lpstr>Courier</vt:lpstr>
      <vt:lpstr>Symbol</vt:lpstr>
      <vt:lpstr>Rückblick</vt:lpstr>
      <vt:lpstr>Objektorientierte Programmierung</vt:lpstr>
      <vt:lpstr>Teil 1: Einleitung &amp; Die Relevanz von Code-Qualität</vt:lpstr>
      <vt:lpstr>Willkommen zum Vertiefungsfach</vt:lpstr>
      <vt:lpstr>Warum “Clean Code” in der Verwaltungsinformatik?</vt:lpstr>
      <vt:lpstr>Das “Broken Window” Prinzip</vt:lpstr>
      <vt:lpstr>Teil 2: Der Mindset-Shift zur OOP</vt:lpstr>
      <vt:lpstr>Prozedurales vs. Objektorientiertes Denken</vt:lpstr>
      <vt:lpstr>Beispiel: Der prozedurale Ansatz (Anti-Pattern)</vt:lpstr>
      <vt:lpstr>Beispiel: Der objektorientierte Ansatz (Ziel)</vt:lpstr>
      <vt:lpstr>Teil 3: C# Refresher – Die Bausteine</vt:lpstr>
      <vt:lpstr>Klassen und Properties</vt:lpstr>
      <vt:lpstr>Kapselung und Sichtbarkeiten</vt:lpstr>
      <vt:lpstr>Die Rolle von Konstruktoren</vt:lpstr>
      <vt:lpstr>Teil 4: Clean Code – Die Kunst der Namensgebung</vt:lpstr>
      <vt:lpstr>Namen als Dokumentation</vt:lpstr>
      <vt:lpstr>Keine Angst vor langen Namen</vt:lpstr>
      <vt:lpstr>Namenskonventionen in C</vt:lpstr>
      <vt:lpstr>Teil 5: Funktionen und Methoden-Design</vt:lpstr>
      <vt:lpstr>Die “Do One Thing” Regel (SRP)</vt:lpstr>
      <vt:lpstr>Die optimale Länge einer Methode</vt:lpstr>
      <vt:lpstr>Abstraktionsebenen in Methoden</vt:lpstr>
      <vt:lpstr>Die Anzahl der Parameter</vt:lpstr>
      <vt:lpstr>Teil 6: Code Smells und Anti-Patterns</vt:lpstr>
      <vt:lpstr>Magic Numbers und Magic Strings</vt:lpstr>
      <vt:lpstr>DRY – Don’t Repeat Yourself</vt:lpstr>
      <vt:lpstr>KISS – Keep It Simple, Stupid</vt:lpstr>
      <vt:lpstr>Teil 7: Kommentare und Dokumentation</vt:lpstr>
      <vt:lpstr>Der Mythos vom “selbstdokumentierenden Code”</vt:lpstr>
      <vt:lpstr>Wann sind Kommentare sinnvoll?</vt:lpstr>
      <vt:lpstr>Teil 8: Refactoring in der Praxis</vt:lpstr>
      <vt:lpstr>Was ist Refactoring genau?</vt:lpstr>
      <vt:lpstr>Die Boy Scout Rule (Pfadfinder-Regel)</vt:lpstr>
      <vt:lpstr>Teil 9: Zusammenfassung</vt:lpstr>
      <vt:lpstr>Die 5 wichtigsten Takeaways für heute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Entwicklung langlebiger Software</dc:title>
  <dc:creator>Peter Bernhardt</dc:creator>
  <cp:keywords/>
  <cp:lastModifiedBy>Peter Bernhardt</cp:lastModifiedBy>
  <cp:revision>1</cp:revision>
  <dcterms:created xsi:type="dcterms:W3CDTF">2026-03-18T16:32:38Z</dcterms:created>
  <dcterms:modified xsi:type="dcterms:W3CDTF">2026-03-18T17:52:01Z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</vt:lpwstr>
  </property>
  <property fmtid="{D5CDD505-2E9C-101B-9397-08002B2CF9AE}" pid="3" name="subtitle">
    <vt:lpwstr>Woche 1: Die Dimension Zeit &amp; Software-Erosion</vt:lpwstr>
  </property>
</Properties>
</file>