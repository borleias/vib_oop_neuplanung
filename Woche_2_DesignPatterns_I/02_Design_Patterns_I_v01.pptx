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310" r:id="rId27"/>
    <p:sldId id="283" r:id="rId28"/>
    <p:sldId id="284" r:id="rId29"/>
    <p:sldId id="285" r:id="rId30"/>
    <p:sldId id="286" r:id="rId31"/>
    <p:sldId id="287" r:id="rId32"/>
    <p:sldId id="288"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Lst>
  <p:sldSz cx="6858000" cy="51435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2062A3-A281-4DB5-BC3C-2D65F072144E}" v="4" dt="2026-04-02T16:05:06.4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36" autoAdjust="0"/>
    <p:restoredTop sz="94694" autoAdjust="0"/>
  </p:normalViewPr>
  <p:slideViewPr>
    <p:cSldViewPr snapToGrid="0" snapToObjects="1">
      <p:cViewPr varScale="1">
        <p:scale>
          <a:sx n="121" d="100"/>
          <a:sy n="121" d="100"/>
        </p:scale>
        <p:origin x="1275" y="57"/>
      </p:cViewPr>
      <p:guideLst>
        <p:guide orient="horz" pos="1620"/>
        <p:guide pos="2160"/>
      </p:guideLst>
    </p:cSldViewPr>
  </p:slideViewPr>
  <p:outlineViewPr>
    <p:cViewPr>
      <p:scale>
        <a:sx n="33" d="100"/>
        <a:sy n="33" d="100"/>
      </p:scale>
      <p:origin x="0" y="0"/>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73" d="100"/>
          <a:sy n="73" d="100"/>
        </p:scale>
        <p:origin x="2982" y="3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Bernhardt" userId="f2333933-0b12-4d6e-972f-f87625423892" providerId="ADAL" clId="{54BAB7D7-C378-4C4A-B0F8-9DF09AB8FC9C}"/>
    <pc:docChg chg="undo custSel addSld delSld modSld modMainMaster">
      <pc:chgData name="Peter Bernhardt" userId="f2333933-0b12-4d6e-972f-f87625423892" providerId="ADAL" clId="{54BAB7D7-C378-4C4A-B0F8-9DF09AB8FC9C}" dt="2026-03-18T17:52:00.811" v="796" actId="14100"/>
      <pc:docMkLst>
        <pc:docMk/>
      </pc:docMkLst>
      <pc:sldChg chg="addSp delSp modSp del mod chgLayout">
        <pc:chgData name="Peter Bernhardt" userId="f2333933-0b12-4d6e-972f-f87625423892" providerId="ADAL" clId="{54BAB7D7-C378-4C4A-B0F8-9DF09AB8FC9C}" dt="2026-03-18T17:27:59.585" v="473" actId="47"/>
        <pc:sldMkLst>
          <pc:docMk/>
          <pc:sldMk cId="0" sldId="256"/>
        </pc:sldMkLst>
        <pc:spChg chg="mod ord">
          <ac:chgData name="Peter Bernhardt" userId="f2333933-0b12-4d6e-972f-f87625423892" providerId="ADAL" clId="{54BAB7D7-C378-4C4A-B0F8-9DF09AB8FC9C}" dt="2026-03-18T17:15:04.664" v="428" actId="27636"/>
          <ac:spMkLst>
            <pc:docMk/>
            <pc:sldMk cId="0" sldId="256"/>
            <ac:spMk id="2" creationId="{00000000-0000-0000-0000-000000000000}"/>
          </ac:spMkLst>
        </pc:spChg>
        <pc:spChg chg="mod ord">
          <ac:chgData name="Peter Bernhardt" userId="f2333933-0b12-4d6e-972f-f87625423892" providerId="ADAL" clId="{54BAB7D7-C378-4C4A-B0F8-9DF09AB8FC9C}" dt="2026-03-18T17:15:14.733" v="430" actId="20577"/>
          <ac:spMkLst>
            <pc:docMk/>
            <pc:sldMk cId="0" sldId="256"/>
            <ac:spMk id="3" creationId="{00000000-0000-0000-0000-000000000000}"/>
          </ac:spMkLst>
        </pc:spChg>
        <pc:spChg chg="mod ord">
          <ac:chgData name="Peter Bernhardt" userId="f2333933-0b12-4d6e-972f-f87625423892" providerId="ADAL" clId="{54BAB7D7-C378-4C4A-B0F8-9DF09AB8FC9C}" dt="2026-03-18T17:15:04.648" v="426" actId="6264"/>
          <ac:spMkLst>
            <pc:docMk/>
            <pc:sldMk cId="0" sldId="256"/>
            <ac:spMk id="4"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57"/>
        </pc:sldMkLst>
        <pc:spChg chg="mod">
          <ac:chgData name="Peter Bernhardt" userId="f2333933-0b12-4d6e-972f-f87625423892" providerId="ADAL" clId="{54BAB7D7-C378-4C4A-B0F8-9DF09AB8FC9C}" dt="2026-03-18T16:39:28.101" v="79" actId="790"/>
          <ac:spMkLst>
            <pc:docMk/>
            <pc:sldMk cId="0" sldId="257"/>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58"/>
        </pc:sldMkLst>
        <pc:spChg chg="mod">
          <ac:chgData name="Peter Bernhardt" userId="f2333933-0b12-4d6e-972f-f87625423892" providerId="ADAL" clId="{54BAB7D7-C378-4C4A-B0F8-9DF09AB8FC9C}" dt="2026-03-18T16:39:28.101" v="79" actId="790"/>
          <ac:spMkLst>
            <pc:docMk/>
            <pc:sldMk cId="0" sldId="258"/>
            <ac:spMk id="2" creationId="{00000000-0000-0000-0000-000000000000}"/>
          </ac:spMkLst>
        </pc:spChg>
        <pc:spChg chg="mod">
          <ac:chgData name="Peter Bernhardt" userId="f2333933-0b12-4d6e-972f-f87625423892" providerId="ADAL" clId="{54BAB7D7-C378-4C4A-B0F8-9DF09AB8FC9C}" dt="2026-03-18T16:39:28.261" v="82" actId="27636"/>
          <ac:spMkLst>
            <pc:docMk/>
            <pc:sldMk cId="0" sldId="258"/>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59"/>
        </pc:sldMkLst>
        <pc:spChg chg="mod">
          <ac:chgData name="Peter Bernhardt" userId="f2333933-0b12-4d6e-972f-f87625423892" providerId="ADAL" clId="{54BAB7D7-C378-4C4A-B0F8-9DF09AB8FC9C}" dt="2026-03-18T16:39:28.101" v="79" actId="790"/>
          <ac:spMkLst>
            <pc:docMk/>
            <pc:sldMk cId="0" sldId="259"/>
            <ac:spMk id="2" creationId="{00000000-0000-0000-0000-000000000000}"/>
          </ac:spMkLst>
        </pc:spChg>
        <pc:spChg chg="mod">
          <ac:chgData name="Peter Bernhardt" userId="f2333933-0b12-4d6e-972f-f87625423892" providerId="ADAL" clId="{54BAB7D7-C378-4C4A-B0F8-9DF09AB8FC9C}" dt="2026-03-18T16:39:28.267" v="83" actId="27636"/>
          <ac:spMkLst>
            <pc:docMk/>
            <pc:sldMk cId="0" sldId="259"/>
            <ac:spMk id="3" creationId="{00000000-0000-0000-0000-000000000000}"/>
          </ac:spMkLst>
        </pc:spChg>
      </pc:sldChg>
      <pc:sldChg chg="addSp delSp modSp del mod setBg delDesignElem chgLayout">
        <pc:chgData name="Peter Bernhardt" userId="f2333933-0b12-4d6e-972f-f87625423892" providerId="ADAL" clId="{54BAB7D7-C378-4C4A-B0F8-9DF09AB8FC9C}" dt="2026-03-18T17:27:59.585" v="473" actId="47"/>
        <pc:sldMkLst>
          <pc:docMk/>
          <pc:sldMk cId="0" sldId="260"/>
        </pc:sldMkLst>
        <pc:spChg chg="mod ord">
          <ac:chgData name="Peter Bernhardt" userId="f2333933-0b12-4d6e-972f-f87625423892" providerId="ADAL" clId="{54BAB7D7-C378-4C4A-B0F8-9DF09AB8FC9C}" dt="2026-03-18T17:15:26.880" v="432" actId="14100"/>
          <ac:spMkLst>
            <pc:docMk/>
            <pc:sldMk cId="0" sldId="260"/>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1"/>
        </pc:sldMkLst>
        <pc:spChg chg="mod">
          <ac:chgData name="Peter Bernhardt" userId="f2333933-0b12-4d6e-972f-f87625423892" providerId="ADAL" clId="{54BAB7D7-C378-4C4A-B0F8-9DF09AB8FC9C}" dt="2026-03-18T16:39:28.101" v="79" actId="790"/>
          <ac:spMkLst>
            <pc:docMk/>
            <pc:sldMk cId="0" sldId="261"/>
            <ac:spMk id="2" creationId="{00000000-0000-0000-0000-000000000000}"/>
          </ac:spMkLst>
        </pc:spChg>
        <pc:spChg chg="mod">
          <ac:chgData name="Peter Bernhardt" userId="f2333933-0b12-4d6e-972f-f87625423892" providerId="ADAL" clId="{54BAB7D7-C378-4C4A-B0F8-9DF09AB8FC9C}" dt="2026-03-18T16:39:28.277" v="85" actId="27636"/>
          <ac:spMkLst>
            <pc:docMk/>
            <pc:sldMk cId="0" sldId="261"/>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2"/>
        </pc:sldMkLst>
        <pc:spChg chg="mod">
          <ac:chgData name="Peter Bernhardt" userId="f2333933-0b12-4d6e-972f-f87625423892" providerId="ADAL" clId="{54BAB7D7-C378-4C4A-B0F8-9DF09AB8FC9C}" dt="2026-03-18T16:39:28.101" v="79" actId="790"/>
          <ac:spMkLst>
            <pc:docMk/>
            <pc:sldMk cId="0" sldId="262"/>
            <ac:spMk id="2" creationId="{00000000-0000-0000-0000-000000000000}"/>
          </ac:spMkLst>
        </pc:spChg>
        <pc:spChg chg="mod">
          <ac:chgData name="Peter Bernhardt" userId="f2333933-0b12-4d6e-972f-f87625423892" providerId="ADAL" clId="{54BAB7D7-C378-4C4A-B0F8-9DF09AB8FC9C}" dt="2026-03-18T16:39:28.277" v="86" actId="27636"/>
          <ac:spMkLst>
            <pc:docMk/>
            <pc:sldMk cId="0" sldId="262"/>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3"/>
        </pc:sldMkLst>
        <pc:spChg chg="mod">
          <ac:chgData name="Peter Bernhardt" userId="f2333933-0b12-4d6e-972f-f87625423892" providerId="ADAL" clId="{54BAB7D7-C378-4C4A-B0F8-9DF09AB8FC9C}" dt="2026-03-18T16:39:28.101" v="79" actId="790"/>
          <ac:spMkLst>
            <pc:docMk/>
            <pc:sldMk cId="0" sldId="263"/>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4"/>
        </pc:sldMkLst>
        <pc:spChg chg="mod">
          <ac:chgData name="Peter Bernhardt" userId="f2333933-0b12-4d6e-972f-f87625423892" providerId="ADAL" clId="{54BAB7D7-C378-4C4A-B0F8-9DF09AB8FC9C}" dt="2026-03-18T16:41:22.087" v="209" actId="14100"/>
          <ac:spMkLst>
            <pc:docMk/>
            <pc:sldMk cId="0" sldId="264"/>
            <ac:spMk id="2" creationId="{00000000-0000-0000-0000-000000000000}"/>
          </ac:spMkLst>
        </pc:spChg>
        <pc:spChg chg="mod">
          <ac:chgData name="Peter Bernhardt" userId="f2333933-0b12-4d6e-972f-f87625423892" providerId="ADAL" clId="{54BAB7D7-C378-4C4A-B0F8-9DF09AB8FC9C}" dt="2026-03-18T17:22:43.779" v="463" actId="207"/>
          <ac:spMkLst>
            <pc:docMk/>
            <pc:sldMk cId="0" sldId="264"/>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6"/>
        </pc:sldMkLst>
        <pc:spChg chg="mod">
          <ac:chgData name="Peter Bernhardt" userId="f2333933-0b12-4d6e-972f-f87625423892" providerId="ADAL" clId="{54BAB7D7-C378-4C4A-B0F8-9DF09AB8FC9C}" dt="2026-03-18T16:39:28.308" v="91" actId="27636"/>
          <ac:spMkLst>
            <pc:docMk/>
            <pc:sldMk cId="0" sldId="266"/>
            <ac:spMk id="2" creationId="{00000000-0000-0000-0000-000000000000}"/>
          </ac:spMkLst>
        </pc:spChg>
        <pc:spChg chg="mod">
          <ac:chgData name="Peter Bernhardt" userId="f2333933-0b12-4d6e-972f-f87625423892" providerId="ADAL" clId="{54BAB7D7-C378-4C4A-B0F8-9DF09AB8FC9C}" dt="2026-03-18T16:39:28.308" v="92" actId="27636"/>
          <ac:spMkLst>
            <pc:docMk/>
            <pc:sldMk cId="0" sldId="266"/>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7"/>
        </pc:sldMkLst>
        <pc:spChg chg="mod">
          <ac:chgData name="Peter Bernhardt" userId="f2333933-0b12-4d6e-972f-f87625423892" providerId="ADAL" clId="{54BAB7D7-C378-4C4A-B0F8-9DF09AB8FC9C}" dt="2026-03-18T16:39:28.101" v="79" actId="790"/>
          <ac:spMkLst>
            <pc:docMk/>
            <pc:sldMk cId="0" sldId="267"/>
            <ac:spMk id="2" creationId="{00000000-0000-0000-0000-000000000000}"/>
          </ac:spMkLst>
        </pc:spChg>
        <pc:spChg chg="mod">
          <ac:chgData name="Peter Bernhardt" userId="f2333933-0b12-4d6e-972f-f87625423892" providerId="ADAL" clId="{54BAB7D7-C378-4C4A-B0F8-9DF09AB8FC9C}" dt="2026-03-18T16:39:28.325" v="93" actId="27636"/>
          <ac:spMkLst>
            <pc:docMk/>
            <pc:sldMk cId="0" sldId="267"/>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68"/>
        </pc:sldMkLst>
        <pc:spChg chg="mod">
          <ac:chgData name="Peter Bernhardt" userId="f2333933-0b12-4d6e-972f-f87625423892" providerId="ADAL" clId="{54BAB7D7-C378-4C4A-B0F8-9DF09AB8FC9C}" dt="2026-03-18T16:39:28.333" v="95" actId="27636"/>
          <ac:spMkLst>
            <pc:docMk/>
            <pc:sldMk cId="0" sldId="268"/>
            <ac:spMk id="2" creationId="{00000000-0000-0000-0000-000000000000}"/>
          </ac:spMkLst>
        </pc:spChg>
        <pc:spChg chg="mod">
          <ac:chgData name="Peter Bernhardt" userId="f2333933-0b12-4d6e-972f-f87625423892" providerId="ADAL" clId="{54BAB7D7-C378-4C4A-B0F8-9DF09AB8FC9C}" dt="2026-03-18T16:39:28.332" v="94" actId="27636"/>
          <ac:spMkLst>
            <pc:docMk/>
            <pc:sldMk cId="0" sldId="268"/>
            <ac:spMk id="3" creationId="{00000000-0000-0000-0000-000000000000}"/>
          </ac:spMkLst>
        </pc:spChg>
      </pc:sldChg>
      <pc:sldChg chg="addSp delSp modSp del mod setBg delDesignElem chgLayout">
        <pc:chgData name="Peter Bernhardt" userId="f2333933-0b12-4d6e-972f-f87625423892" providerId="ADAL" clId="{54BAB7D7-C378-4C4A-B0F8-9DF09AB8FC9C}" dt="2026-03-18T17:27:59.585" v="473" actId="47"/>
        <pc:sldMkLst>
          <pc:docMk/>
          <pc:sldMk cId="0" sldId="269"/>
        </pc:sldMkLst>
        <pc:spChg chg="mod ord">
          <ac:chgData name="Peter Bernhardt" userId="f2333933-0b12-4d6e-972f-f87625423892" providerId="ADAL" clId="{54BAB7D7-C378-4C4A-B0F8-9DF09AB8FC9C}" dt="2026-03-18T17:15:30.999" v="433" actId="6264"/>
          <ac:spMkLst>
            <pc:docMk/>
            <pc:sldMk cId="0" sldId="269"/>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0"/>
        </pc:sldMkLst>
        <pc:spChg chg="mod">
          <ac:chgData name="Peter Bernhardt" userId="f2333933-0b12-4d6e-972f-f87625423892" providerId="ADAL" clId="{54BAB7D7-C378-4C4A-B0F8-9DF09AB8FC9C}" dt="2026-03-18T16:41:22.087" v="209" actId="14100"/>
          <ac:spMkLst>
            <pc:docMk/>
            <pc:sldMk cId="0" sldId="270"/>
            <ac:spMk id="2" creationId="{00000000-0000-0000-0000-000000000000}"/>
          </ac:spMkLst>
        </pc:spChg>
        <pc:spChg chg="mod">
          <ac:chgData name="Peter Bernhardt" userId="f2333933-0b12-4d6e-972f-f87625423892" providerId="ADAL" clId="{54BAB7D7-C378-4C4A-B0F8-9DF09AB8FC9C}" dt="2026-03-18T16:39:28.340" v="97" actId="27636"/>
          <ac:spMkLst>
            <pc:docMk/>
            <pc:sldMk cId="0" sldId="270"/>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1"/>
        </pc:sldMkLst>
        <pc:spChg chg="mod">
          <ac:chgData name="Peter Bernhardt" userId="f2333933-0b12-4d6e-972f-f87625423892" providerId="ADAL" clId="{54BAB7D7-C378-4C4A-B0F8-9DF09AB8FC9C}" dt="2026-03-18T16:39:28.342" v="100" actId="27636"/>
          <ac:spMkLst>
            <pc:docMk/>
            <pc:sldMk cId="0" sldId="271"/>
            <ac:spMk id="2" creationId="{00000000-0000-0000-0000-000000000000}"/>
          </ac:spMkLst>
        </pc:spChg>
        <pc:spChg chg="mod">
          <ac:chgData name="Peter Bernhardt" userId="f2333933-0b12-4d6e-972f-f87625423892" providerId="ADAL" clId="{54BAB7D7-C378-4C4A-B0F8-9DF09AB8FC9C}" dt="2026-03-18T16:39:28.342" v="99" actId="27636"/>
          <ac:spMkLst>
            <pc:docMk/>
            <pc:sldMk cId="0" sldId="271"/>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2"/>
        </pc:sldMkLst>
        <pc:spChg chg="mod">
          <ac:chgData name="Peter Bernhardt" userId="f2333933-0b12-4d6e-972f-f87625423892" providerId="ADAL" clId="{54BAB7D7-C378-4C4A-B0F8-9DF09AB8FC9C}" dt="2026-03-18T16:41:22.087" v="209" actId="14100"/>
          <ac:spMkLst>
            <pc:docMk/>
            <pc:sldMk cId="0" sldId="272"/>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3"/>
        </pc:sldMkLst>
        <pc:spChg chg="mod">
          <ac:chgData name="Peter Bernhardt" userId="f2333933-0b12-4d6e-972f-f87625423892" providerId="ADAL" clId="{54BAB7D7-C378-4C4A-B0F8-9DF09AB8FC9C}" dt="2026-03-18T16:39:28.101" v="79" actId="790"/>
          <ac:spMkLst>
            <pc:docMk/>
            <pc:sldMk cId="0" sldId="273"/>
            <ac:spMk id="2" creationId="{00000000-0000-0000-0000-000000000000}"/>
          </ac:spMkLst>
        </pc:spChg>
        <pc:spChg chg="mod">
          <ac:chgData name="Peter Bernhardt" userId="f2333933-0b12-4d6e-972f-f87625423892" providerId="ADAL" clId="{54BAB7D7-C378-4C4A-B0F8-9DF09AB8FC9C}" dt="2026-03-18T16:39:28.783" v="103" actId="27636"/>
          <ac:spMkLst>
            <pc:docMk/>
            <pc:sldMk cId="0" sldId="273"/>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4"/>
        </pc:sldMkLst>
        <pc:spChg chg="mod">
          <ac:chgData name="Peter Bernhardt" userId="f2333933-0b12-4d6e-972f-f87625423892" providerId="ADAL" clId="{54BAB7D7-C378-4C4A-B0F8-9DF09AB8FC9C}" dt="2026-03-18T16:39:28.101" v="79" actId="790"/>
          <ac:spMkLst>
            <pc:docMk/>
            <pc:sldMk cId="0" sldId="274"/>
            <ac:spMk id="2" creationId="{00000000-0000-0000-0000-000000000000}"/>
          </ac:spMkLst>
        </pc:spChg>
        <pc:spChg chg="mod">
          <ac:chgData name="Peter Bernhardt" userId="f2333933-0b12-4d6e-972f-f87625423892" providerId="ADAL" clId="{54BAB7D7-C378-4C4A-B0F8-9DF09AB8FC9C}" dt="2026-03-18T16:39:28.791" v="104" actId="27636"/>
          <ac:spMkLst>
            <pc:docMk/>
            <pc:sldMk cId="0" sldId="274"/>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5"/>
        </pc:sldMkLst>
        <pc:spChg chg="mod">
          <ac:chgData name="Peter Bernhardt" userId="f2333933-0b12-4d6e-972f-f87625423892" providerId="ADAL" clId="{54BAB7D7-C378-4C4A-B0F8-9DF09AB8FC9C}" dt="2026-03-18T16:39:28.804" v="106" actId="27636"/>
          <ac:spMkLst>
            <pc:docMk/>
            <pc:sldMk cId="0" sldId="275"/>
            <ac:spMk id="2" creationId="{00000000-0000-0000-0000-000000000000}"/>
          </ac:spMkLst>
        </pc:spChg>
        <pc:spChg chg="mod">
          <ac:chgData name="Peter Bernhardt" userId="f2333933-0b12-4d6e-972f-f87625423892" providerId="ADAL" clId="{54BAB7D7-C378-4C4A-B0F8-9DF09AB8FC9C}" dt="2026-03-18T16:39:28.802" v="105" actId="27636"/>
          <ac:spMkLst>
            <pc:docMk/>
            <pc:sldMk cId="0" sldId="275"/>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6"/>
        </pc:sldMkLst>
        <pc:spChg chg="mod">
          <ac:chgData name="Peter Bernhardt" userId="f2333933-0b12-4d6e-972f-f87625423892" providerId="ADAL" clId="{54BAB7D7-C378-4C4A-B0F8-9DF09AB8FC9C}" dt="2026-03-18T16:39:28.807" v="107" actId="27636"/>
          <ac:spMkLst>
            <pc:docMk/>
            <pc:sldMk cId="0" sldId="276"/>
            <ac:spMk id="2" creationId="{00000000-0000-0000-0000-000000000000}"/>
          </ac:spMkLst>
        </pc:spChg>
        <pc:spChg chg="mod">
          <ac:chgData name="Peter Bernhardt" userId="f2333933-0b12-4d6e-972f-f87625423892" providerId="ADAL" clId="{54BAB7D7-C378-4C4A-B0F8-9DF09AB8FC9C}" dt="2026-03-18T16:39:28.807" v="108" actId="27636"/>
          <ac:spMkLst>
            <pc:docMk/>
            <pc:sldMk cId="0" sldId="276"/>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7"/>
        </pc:sldMkLst>
        <pc:spChg chg="mod">
          <ac:chgData name="Peter Bernhardt" userId="f2333933-0b12-4d6e-972f-f87625423892" providerId="ADAL" clId="{54BAB7D7-C378-4C4A-B0F8-9DF09AB8FC9C}" dt="2026-03-18T16:39:28.101" v="79" actId="790"/>
          <ac:spMkLst>
            <pc:docMk/>
            <pc:sldMk cId="0" sldId="277"/>
            <ac:spMk id="2" creationId="{00000000-0000-0000-0000-000000000000}"/>
          </ac:spMkLst>
        </pc:spChg>
        <pc:spChg chg="mod">
          <ac:chgData name="Peter Bernhardt" userId="f2333933-0b12-4d6e-972f-f87625423892" providerId="ADAL" clId="{54BAB7D7-C378-4C4A-B0F8-9DF09AB8FC9C}" dt="2026-03-18T16:39:28.807" v="109" actId="27636"/>
          <ac:spMkLst>
            <pc:docMk/>
            <pc:sldMk cId="0" sldId="277"/>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8"/>
        </pc:sldMkLst>
        <pc:spChg chg="mod">
          <ac:chgData name="Peter Bernhardt" userId="f2333933-0b12-4d6e-972f-f87625423892" providerId="ADAL" clId="{54BAB7D7-C378-4C4A-B0F8-9DF09AB8FC9C}" dt="2026-03-18T16:39:28.101" v="79" actId="790"/>
          <ac:spMkLst>
            <pc:docMk/>
            <pc:sldMk cId="0" sldId="278"/>
            <ac:spMk id="2" creationId="{00000000-0000-0000-0000-000000000000}"/>
          </ac:spMkLst>
        </pc:spChg>
        <pc:spChg chg="mod">
          <ac:chgData name="Peter Bernhardt" userId="f2333933-0b12-4d6e-972f-f87625423892" providerId="ADAL" clId="{54BAB7D7-C378-4C4A-B0F8-9DF09AB8FC9C}" dt="2026-03-18T16:39:28.830" v="110" actId="27636"/>
          <ac:spMkLst>
            <pc:docMk/>
            <pc:sldMk cId="0" sldId="278"/>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79"/>
        </pc:sldMkLst>
        <pc:spChg chg="mod">
          <ac:chgData name="Peter Bernhardt" userId="f2333933-0b12-4d6e-972f-f87625423892" providerId="ADAL" clId="{54BAB7D7-C378-4C4A-B0F8-9DF09AB8FC9C}" dt="2026-03-18T16:39:28.832" v="111" actId="27636"/>
          <ac:spMkLst>
            <pc:docMk/>
            <pc:sldMk cId="0" sldId="279"/>
            <ac:spMk id="2" creationId="{00000000-0000-0000-0000-000000000000}"/>
          </ac:spMkLst>
        </pc:spChg>
        <pc:spChg chg="mod">
          <ac:chgData name="Peter Bernhardt" userId="f2333933-0b12-4d6e-972f-f87625423892" providerId="ADAL" clId="{54BAB7D7-C378-4C4A-B0F8-9DF09AB8FC9C}" dt="2026-03-18T16:39:28.839" v="112" actId="27636"/>
          <ac:spMkLst>
            <pc:docMk/>
            <pc:sldMk cId="0" sldId="279"/>
            <ac:spMk id="3" creationId="{00000000-0000-0000-0000-000000000000}"/>
          </ac:spMkLst>
        </pc:spChg>
      </pc:sldChg>
      <pc:sldChg chg="addSp modSp del mod chgLayout">
        <pc:chgData name="Peter Bernhardt" userId="f2333933-0b12-4d6e-972f-f87625423892" providerId="ADAL" clId="{54BAB7D7-C378-4C4A-B0F8-9DF09AB8FC9C}" dt="2026-03-18T17:27:59.585" v="473" actId="47"/>
        <pc:sldMkLst>
          <pc:docMk/>
          <pc:sldMk cId="0" sldId="280"/>
        </pc:sldMkLst>
        <pc:spChg chg="mod ord">
          <ac:chgData name="Peter Bernhardt" userId="f2333933-0b12-4d6e-972f-f87625423892" providerId="ADAL" clId="{54BAB7D7-C378-4C4A-B0F8-9DF09AB8FC9C}" dt="2026-03-18T16:47:36.106" v="303" actId="700"/>
          <ac:spMkLst>
            <pc:docMk/>
            <pc:sldMk cId="0" sldId="280"/>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2"/>
        </pc:sldMkLst>
        <pc:spChg chg="mod">
          <ac:chgData name="Peter Bernhardt" userId="f2333933-0b12-4d6e-972f-f87625423892" providerId="ADAL" clId="{54BAB7D7-C378-4C4A-B0F8-9DF09AB8FC9C}" dt="2026-03-18T16:39:28.101" v="79" actId="790"/>
          <ac:spMkLst>
            <pc:docMk/>
            <pc:sldMk cId="0" sldId="282"/>
            <ac:spMk id="2" creationId="{00000000-0000-0000-0000-000000000000}"/>
          </ac:spMkLst>
        </pc:spChg>
        <pc:spChg chg="mod">
          <ac:chgData name="Peter Bernhardt" userId="f2333933-0b12-4d6e-972f-f87625423892" providerId="ADAL" clId="{54BAB7D7-C378-4C4A-B0F8-9DF09AB8FC9C}" dt="2026-03-18T16:39:28.858" v="115" actId="27636"/>
          <ac:spMkLst>
            <pc:docMk/>
            <pc:sldMk cId="0" sldId="282"/>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3"/>
        </pc:sldMkLst>
        <pc:spChg chg="mod">
          <ac:chgData name="Peter Bernhardt" userId="f2333933-0b12-4d6e-972f-f87625423892" providerId="ADAL" clId="{54BAB7D7-C378-4C4A-B0F8-9DF09AB8FC9C}" dt="2026-03-18T16:39:28.101" v="79" actId="790"/>
          <ac:spMkLst>
            <pc:docMk/>
            <pc:sldMk cId="0" sldId="283"/>
            <ac:spMk id="2" creationId="{00000000-0000-0000-0000-000000000000}"/>
          </ac:spMkLst>
        </pc:spChg>
        <pc:spChg chg="mod">
          <ac:chgData name="Peter Bernhardt" userId="f2333933-0b12-4d6e-972f-f87625423892" providerId="ADAL" clId="{54BAB7D7-C378-4C4A-B0F8-9DF09AB8FC9C}" dt="2026-03-18T16:39:28.866" v="116" actId="27636"/>
          <ac:spMkLst>
            <pc:docMk/>
            <pc:sldMk cId="0" sldId="283"/>
            <ac:spMk id="3" creationId="{00000000-0000-0000-0000-000000000000}"/>
          </ac:spMkLst>
        </pc:spChg>
      </pc:sldChg>
      <pc:sldChg chg="addSp modSp del mod">
        <pc:chgData name="Peter Bernhardt" userId="f2333933-0b12-4d6e-972f-f87625423892" providerId="ADAL" clId="{54BAB7D7-C378-4C4A-B0F8-9DF09AB8FC9C}" dt="2026-03-18T17:27:59.585" v="473" actId="47"/>
        <pc:sldMkLst>
          <pc:docMk/>
          <pc:sldMk cId="0" sldId="284"/>
        </pc:sldMkLst>
        <pc:spChg chg="mod">
          <ac:chgData name="Peter Bernhardt" userId="f2333933-0b12-4d6e-972f-f87625423892" providerId="ADAL" clId="{54BAB7D7-C378-4C4A-B0F8-9DF09AB8FC9C}" dt="2026-03-18T16:39:28.869" v="117" actId="27636"/>
          <ac:spMkLst>
            <pc:docMk/>
            <pc:sldMk cId="0" sldId="284"/>
            <ac:spMk id="2" creationId="{00000000-0000-0000-0000-000000000000}"/>
          </ac:spMkLst>
        </pc:spChg>
        <pc:spChg chg="mod">
          <ac:chgData name="Peter Bernhardt" userId="f2333933-0b12-4d6e-972f-f87625423892" providerId="ADAL" clId="{54BAB7D7-C378-4C4A-B0F8-9DF09AB8FC9C}" dt="2026-03-18T17:16:09.844" v="437" actId="27636"/>
          <ac:spMkLst>
            <pc:docMk/>
            <pc:sldMk cId="0" sldId="284"/>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5"/>
        </pc:sldMkLst>
        <pc:spChg chg="mod">
          <ac:chgData name="Peter Bernhardt" userId="f2333933-0b12-4d6e-972f-f87625423892" providerId="ADAL" clId="{54BAB7D7-C378-4C4A-B0F8-9DF09AB8FC9C}" dt="2026-03-18T16:39:28.101" v="79" actId="790"/>
          <ac:spMkLst>
            <pc:docMk/>
            <pc:sldMk cId="0" sldId="285"/>
            <ac:spMk id="2" creationId="{00000000-0000-0000-0000-000000000000}"/>
          </ac:spMkLst>
        </pc:spChg>
        <pc:spChg chg="mod">
          <ac:chgData name="Peter Bernhardt" userId="f2333933-0b12-4d6e-972f-f87625423892" providerId="ADAL" clId="{54BAB7D7-C378-4C4A-B0F8-9DF09AB8FC9C}" dt="2026-03-18T16:39:28.869" v="119" actId="27636"/>
          <ac:spMkLst>
            <pc:docMk/>
            <pc:sldMk cId="0" sldId="285"/>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6"/>
        </pc:sldMkLst>
        <pc:spChg chg="mod">
          <ac:chgData name="Peter Bernhardt" userId="f2333933-0b12-4d6e-972f-f87625423892" providerId="ADAL" clId="{54BAB7D7-C378-4C4A-B0F8-9DF09AB8FC9C}" dt="2026-03-18T16:39:28.101" v="79" actId="790"/>
          <ac:spMkLst>
            <pc:docMk/>
            <pc:sldMk cId="0" sldId="286"/>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7"/>
        </pc:sldMkLst>
        <pc:spChg chg="mod">
          <ac:chgData name="Peter Bernhardt" userId="f2333933-0b12-4d6e-972f-f87625423892" providerId="ADAL" clId="{54BAB7D7-C378-4C4A-B0F8-9DF09AB8FC9C}" dt="2026-03-18T16:39:28.101" v="79" actId="790"/>
          <ac:spMkLst>
            <pc:docMk/>
            <pc:sldMk cId="0" sldId="287"/>
            <ac:spMk id="2" creationId="{00000000-0000-0000-0000-000000000000}"/>
          </ac:spMkLst>
        </pc:spChg>
        <pc:spChg chg="mod">
          <ac:chgData name="Peter Bernhardt" userId="f2333933-0b12-4d6e-972f-f87625423892" providerId="ADAL" clId="{54BAB7D7-C378-4C4A-B0F8-9DF09AB8FC9C}" dt="2026-03-18T16:39:28.899" v="121" actId="27636"/>
          <ac:spMkLst>
            <pc:docMk/>
            <pc:sldMk cId="0" sldId="287"/>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88"/>
        </pc:sldMkLst>
        <pc:spChg chg="mod">
          <ac:chgData name="Peter Bernhardt" userId="f2333933-0b12-4d6e-972f-f87625423892" providerId="ADAL" clId="{54BAB7D7-C378-4C4A-B0F8-9DF09AB8FC9C}" dt="2026-03-18T16:39:28.904" v="122" actId="27636"/>
          <ac:spMkLst>
            <pc:docMk/>
            <pc:sldMk cId="0" sldId="288"/>
            <ac:spMk id="2" creationId="{00000000-0000-0000-0000-000000000000}"/>
          </ac:spMkLst>
        </pc:spChg>
        <pc:spChg chg="mod">
          <ac:chgData name="Peter Bernhardt" userId="f2333933-0b12-4d6e-972f-f87625423892" providerId="ADAL" clId="{54BAB7D7-C378-4C4A-B0F8-9DF09AB8FC9C}" dt="2026-03-18T16:39:28.910" v="123" actId="27636"/>
          <ac:spMkLst>
            <pc:docMk/>
            <pc:sldMk cId="0" sldId="288"/>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0"/>
        </pc:sldMkLst>
        <pc:spChg chg="mod">
          <ac:chgData name="Peter Bernhardt" userId="f2333933-0b12-4d6e-972f-f87625423892" providerId="ADAL" clId="{54BAB7D7-C378-4C4A-B0F8-9DF09AB8FC9C}" dt="2026-03-18T16:41:22.087" v="209" actId="14100"/>
          <ac:spMkLst>
            <pc:docMk/>
            <pc:sldMk cId="0" sldId="290"/>
            <ac:spMk id="2" creationId="{00000000-0000-0000-0000-000000000000}"/>
          </ac:spMkLst>
        </pc:spChg>
        <pc:spChg chg="mod">
          <ac:chgData name="Peter Bernhardt" userId="f2333933-0b12-4d6e-972f-f87625423892" providerId="ADAL" clId="{54BAB7D7-C378-4C4A-B0F8-9DF09AB8FC9C}" dt="2026-03-18T16:39:28.921" v="126" actId="27636"/>
          <ac:spMkLst>
            <pc:docMk/>
            <pc:sldMk cId="0" sldId="290"/>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1"/>
        </pc:sldMkLst>
        <pc:spChg chg="mod">
          <ac:chgData name="Peter Bernhardt" userId="f2333933-0b12-4d6e-972f-f87625423892" providerId="ADAL" clId="{54BAB7D7-C378-4C4A-B0F8-9DF09AB8FC9C}" dt="2026-03-18T16:39:28.927" v="127" actId="27636"/>
          <ac:spMkLst>
            <pc:docMk/>
            <pc:sldMk cId="0" sldId="291"/>
            <ac:spMk id="2" creationId="{00000000-0000-0000-0000-000000000000}"/>
          </ac:spMkLst>
        </pc:spChg>
        <pc:spChg chg="mod">
          <ac:chgData name="Peter Bernhardt" userId="f2333933-0b12-4d6e-972f-f87625423892" providerId="ADAL" clId="{54BAB7D7-C378-4C4A-B0F8-9DF09AB8FC9C}" dt="2026-03-18T16:39:28.931" v="128" actId="27636"/>
          <ac:spMkLst>
            <pc:docMk/>
            <pc:sldMk cId="0" sldId="291"/>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2"/>
        </pc:sldMkLst>
        <pc:spChg chg="mod">
          <ac:chgData name="Peter Bernhardt" userId="f2333933-0b12-4d6e-972f-f87625423892" providerId="ADAL" clId="{54BAB7D7-C378-4C4A-B0F8-9DF09AB8FC9C}" dt="2026-03-18T16:39:28.933" v="130" actId="27636"/>
          <ac:spMkLst>
            <pc:docMk/>
            <pc:sldMk cId="0" sldId="292"/>
            <ac:spMk id="2" creationId="{00000000-0000-0000-0000-000000000000}"/>
          </ac:spMkLst>
        </pc:spChg>
        <pc:spChg chg="mod">
          <ac:chgData name="Peter Bernhardt" userId="f2333933-0b12-4d6e-972f-f87625423892" providerId="ADAL" clId="{54BAB7D7-C378-4C4A-B0F8-9DF09AB8FC9C}" dt="2026-03-18T16:39:28.933" v="129" actId="27636"/>
          <ac:spMkLst>
            <pc:docMk/>
            <pc:sldMk cId="0" sldId="292"/>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3"/>
        </pc:sldMkLst>
        <pc:spChg chg="mod">
          <ac:chgData name="Peter Bernhardt" userId="f2333933-0b12-4d6e-972f-f87625423892" providerId="ADAL" clId="{54BAB7D7-C378-4C4A-B0F8-9DF09AB8FC9C}" dt="2026-03-18T16:39:28.933" v="131" actId="27636"/>
          <ac:spMkLst>
            <pc:docMk/>
            <pc:sldMk cId="0" sldId="293"/>
            <ac:spMk id="2" creationId="{00000000-0000-0000-0000-000000000000}"/>
          </ac:spMkLst>
        </pc:spChg>
        <pc:spChg chg="mod">
          <ac:chgData name="Peter Bernhardt" userId="f2333933-0b12-4d6e-972f-f87625423892" providerId="ADAL" clId="{54BAB7D7-C378-4C4A-B0F8-9DF09AB8FC9C}" dt="2026-03-18T16:39:28.949" v="132" actId="27636"/>
          <ac:spMkLst>
            <pc:docMk/>
            <pc:sldMk cId="0" sldId="293"/>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4"/>
        </pc:sldMkLst>
        <pc:spChg chg="mod">
          <ac:chgData name="Peter Bernhardt" userId="f2333933-0b12-4d6e-972f-f87625423892" providerId="ADAL" clId="{54BAB7D7-C378-4C4A-B0F8-9DF09AB8FC9C}" dt="2026-03-18T16:39:28.101" v="79" actId="790"/>
          <ac:spMkLst>
            <pc:docMk/>
            <pc:sldMk cId="0" sldId="294"/>
            <ac:spMk id="2" creationId="{00000000-0000-0000-0000-000000000000}"/>
          </ac:spMkLst>
        </pc:spChg>
        <pc:spChg chg="mod">
          <ac:chgData name="Peter Bernhardt" userId="f2333933-0b12-4d6e-972f-f87625423892" providerId="ADAL" clId="{54BAB7D7-C378-4C4A-B0F8-9DF09AB8FC9C}" dt="2026-03-18T16:39:28.966" v="133" actId="27636"/>
          <ac:spMkLst>
            <pc:docMk/>
            <pc:sldMk cId="0" sldId="294"/>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5"/>
        </pc:sldMkLst>
        <pc:spChg chg="mod">
          <ac:chgData name="Peter Bernhardt" userId="f2333933-0b12-4d6e-972f-f87625423892" providerId="ADAL" clId="{54BAB7D7-C378-4C4A-B0F8-9DF09AB8FC9C}" dt="2026-03-18T16:41:22.087" v="209" actId="14100"/>
          <ac:spMkLst>
            <pc:docMk/>
            <pc:sldMk cId="0" sldId="295"/>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6"/>
        </pc:sldMkLst>
        <pc:spChg chg="mod">
          <ac:chgData name="Peter Bernhardt" userId="f2333933-0b12-4d6e-972f-f87625423892" providerId="ADAL" clId="{54BAB7D7-C378-4C4A-B0F8-9DF09AB8FC9C}" dt="2026-03-18T17:16:52.359" v="442" actId="20577"/>
          <ac:spMkLst>
            <pc:docMk/>
            <pc:sldMk cId="0" sldId="296"/>
            <ac:spMk id="2" creationId="{00000000-0000-0000-0000-000000000000}"/>
          </ac:spMkLst>
        </pc:spChg>
        <pc:spChg chg="mod">
          <ac:chgData name="Peter Bernhardt" userId="f2333933-0b12-4d6e-972f-f87625423892" providerId="ADAL" clId="{54BAB7D7-C378-4C4A-B0F8-9DF09AB8FC9C}" dt="2026-03-18T16:39:28.101" v="79" actId="790"/>
          <ac:spMkLst>
            <pc:docMk/>
            <pc:sldMk cId="0" sldId="296"/>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297"/>
        </pc:sldMkLst>
        <pc:spChg chg="mod">
          <ac:chgData name="Peter Bernhardt" userId="f2333933-0b12-4d6e-972f-f87625423892" providerId="ADAL" clId="{54BAB7D7-C378-4C4A-B0F8-9DF09AB8FC9C}" dt="2026-03-18T16:39:28.101" v="79" actId="790"/>
          <ac:spMkLst>
            <pc:docMk/>
            <pc:sldMk cId="0" sldId="297"/>
            <ac:spMk id="2" creationId="{00000000-0000-0000-0000-000000000000}"/>
          </ac:spMkLst>
        </pc:spChg>
        <pc:spChg chg="mod">
          <ac:chgData name="Peter Bernhardt" userId="f2333933-0b12-4d6e-972f-f87625423892" providerId="ADAL" clId="{54BAB7D7-C378-4C4A-B0F8-9DF09AB8FC9C}" dt="2026-03-18T16:39:28.979" v="136" actId="27636"/>
          <ac:spMkLst>
            <pc:docMk/>
            <pc:sldMk cId="0" sldId="297"/>
            <ac:spMk id="3" creationId="{00000000-0000-0000-0000-000000000000}"/>
          </ac:spMkLst>
        </pc:spChg>
      </pc:sldChg>
      <pc:sldChg chg="modSp del mod modClrScheme chgLayout">
        <pc:chgData name="Peter Bernhardt" userId="f2333933-0b12-4d6e-972f-f87625423892" providerId="ADAL" clId="{54BAB7D7-C378-4C4A-B0F8-9DF09AB8FC9C}" dt="2026-03-18T17:27:59.585" v="473" actId="47"/>
        <pc:sldMkLst>
          <pc:docMk/>
          <pc:sldMk cId="0" sldId="298"/>
        </pc:sldMkLst>
        <pc:spChg chg="mod ord">
          <ac:chgData name="Peter Bernhardt" userId="f2333933-0b12-4d6e-972f-f87625423892" providerId="ADAL" clId="{54BAB7D7-C378-4C4A-B0F8-9DF09AB8FC9C}" dt="2026-03-18T17:02:45.579" v="309" actId="27636"/>
          <ac:spMkLst>
            <pc:docMk/>
            <pc:sldMk cId="0" sldId="298"/>
            <ac:spMk id="2" creationId="{00000000-0000-0000-0000-000000000000}"/>
          </ac:spMkLst>
        </pc:spChg>
      </pc:sldChg>
      <pc:sldChg chg="modSp del mod">
        <pc:chgData name="Peter Bernhardt" userId="f2333933-0b12-4d6e-972f-f87625423892" providerId="ADAL" clId="{54BAB7D7-C378-4C4A-B0F8-9DF09AB8FC9C}" dt="2026-03-18T17:04:17.363" v="331" actId="47"/>
        <pc:sldMkLst>
          <pc:docMk/>
          <pc:sldMk cId="0" sldId="299"/>
        </pc:sldMkLst>
        <pc:spChg chg="mod">
          <ac:chgData name="Peter Bernhardt" userId="f2333933-0b12-4d6e-972f-f87625423892" providerId="ADAL" clId="{54BAB7D7-C378-4C4A-B0F8-9DF09AB8FC9C}" dt="2026-03-18T16:39:28.101" v="79" actId="790"/>
          <ac:spMkLst>
            <pc:docMk/>
            <pc:sldMk cId="0" sldId="299"/>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0"/>
        </pc:sldMkLst>
        <pc:spChg chg="mod">
          <ac:chgData name="Peter Bernhardt" userId="f2333933-0b12-4d6e-972f-f87625423892" providerId="ADAL" clId="{54BAB7D7-C378-4C4A-B0F8-9DF09AB8FC9C}" dt="2026-03-18T16:39:28.101" v="79" actId="790"/>
          <ac:spMkLst>
            <pc:docMk/>
            <pc:sldMk cId="0" sldId="300"/>
            <ac:spMk id="2" creationId="{00000000-0000-0000-0000-000000000000}"/>
          </ac:spMkLst>
        </pc:spChg>
        <pc:spChg chg="mod">
          <ac:chgData name="Peter Bernhardt" userId="f2333933-0b12-4d6e-972f-f87625423892" providerId="ADAL" clId="{54BAB7D7-C378-4C4A-B0F8-9DF09AB8FC9C}" dt="2026-03-18T16:39:28.994" v="138" actId="27636"/>
          <ac:spMkLst>
            <pc:docMk/>
            <pc:sldMk cId="0" sldId="300"/>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1"/>
        </pc:sldMkLst>
        <pc:spChg chg="mod">
          <ac:chgData name="Peter Bernhardt" userId="f2333933-0b12-4d6e-972f-f87625423892" providerId="ADAL" clId="{54BAB7D7-C378-4C4A-B0F8-9DF09AB8FC9C}" dt="2026-03-18T16:41:22.087" v="209" actId="14100"/>
          <ac:spMkLst>
            <pc:docMk/>
            <pc:sldMk cId="0" sldId="301"/>
            <ac:spMk id="2" creationId="{00000000-0000-0000-0000-000000000000}"/>
          </ac:spMkLst>
        </pc:spChg>
        <pc:spChg chg="mod">
          <ac:chgData name="Peter Bernhardt" userId="f2333933-0b12-4d6e-972f-f87625423892" providerId="ADAL" clId="{54BAB7D7-C378-4C4A-B0F8-9DF09AB8FC9C}" dt="2026-03-18T16:39:29.008" v="140" actId="27636"/>
          <ac:spMkLst>
            <pc:docMk/>
            <pc:sldMk cId="0" sldId="301"/>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2"/>
        </pc:sldMkLst>
        <pc:spChg chg="mod">
          <ac:chgData name="Peter Bernhardt" userId="f2333933-0b12-4d6e-972f-f87625423892" providerId="ADAL" clId="{54BAB7D7-C378-4C4A-B0F8-9DF09AB8FC9C}" dt="2026-03-18T16:39:29.012" v="141" actId="27636"/>
          <ac:spMkLst>
            <pc:docMk/>
            <pc:sldMk cId="0" sldId="302"/>
            <ac:spMk id="2" creationId="{00000000-0000-0000-0000-000000000000}"/>
          </ac:spMkLst>
        </pc:spChg>
        <pc:spChg chg="mod">
          <ac:chgData name="Peter Bernhardt" userId="f2333933-0b12-4d6e-972f-f87625423892" providerId="ADAL" clId="{54BAB7D7-C378-4C4A-B0F8-9DF09AB8FC9C}" dt="2026-03-18T16:39:29.014" v="142" actId="27636"/>
          <ac:spMkLst>
            <pc:docMk/>
            <pc:sldMk cId="0" sldId="302"/>
            <ac:spMk id="3" creationId="{00000000-0000-0000-0000-000000000000}"/>
          </ac:spMkLst>
        </pc:spChg>
      </pc:sldChg>
      <pc:sldChg chg="addSp delSp modSp del mod">
        <pc:chgData name="Peter Bernhardt" userId="f2333933-0b12-4d6e-972f-f87625423892" providerId="ADAL" clId="{54BAB7D7-C378-4C4A-B0F8-9DF09AB8FC9C}" dt="2026-03-18T17:27:59.585" v="473" actId="47"/>
        <pc:sldMkLst>
          <pc:docMk/>
          <pc:sldMk cId="0" sldId="303"/>
        </pc:sldMkLst>
        <pc:spChg chg="mod">
          <ac:chgData name="Peter Bernhardt" userId="f2333933-0b12-4d6e-972f-f87625423892" providerId="ADAL" clId="{54BAB7D7-C378-4C4A-B0F8-9DF09AB8FC9C}" dt="2026-03-18T17:11:20.837" v="369" actId="20577"/>
          <ac:spMkLst>
            <pc:docMk/>
            <pc:sldMk cId="0" sldId="303"/>
            <ac:spMk id="2" creationId="{00000000-0000-0000-0000-000000000000}"/>
          </ac:spMkLst>
        </pc:spChg>
        <pc:spChg chg="mod">
          <ac:chgData name="Peter Bernhardt" userId="f2333933-0b12-4d6e-972f-f87625423892" providerId="ADAL" clId="{54BAB7D7-C378-4C4A-B0F8-9DF09AB8FC9C}" dt="2026-03-18T17:16:09.887" v="438" actId="27636"/>
          <ac:spMkLst>
            <pc:docMk/>
            <pc:sldMk cId="0" sldId="303"/>
            <ac:spMk id="3" creationId="{00000000-0000-0000-0000-000000000000}"/>
          </ac:spMkLst>
        </pc:spChg>
      </pc:sldChg>
      <pc:sldChg chg="addSp modSp del mod chgLayout">
        <pc:chgData name="Peter Bernhardt" userId="f2333933-0b12-4d6e-972f-f87625423892" providerId="ADAL" clId="{54BAB7D7-C378-4C4A-B0F8-9DF09AB8FC9C}" dt="2026-03-18T17:27:59.585" v="473" actId="47"/>
        <pc:sldMkLst>
          <pc:docMk/>
          <pc:sldMk cId="0" sldId="304"/>
        </pc:sldMkLst>
        <pc:spChg chg="mod ord">
          <ac:chgData name="Peter Bernhardt" userId="f2333933-0b12-4d6e-972f-f87625423892" providerId="ADAL" clId="{54BAB7D7-C378-4C4A-B0F8-9DF09AB8FC9C}" dt="2026-03-18T16:48:06.705" v="306" actId="700"/>
          <ac:spMkLst>
            <pc:docMk/>
            <pc:sldMk cId="0" sldId="304"/>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5"/>
        </pc:sldMkLst>
        <pc:spChg chg="mod">
          <ac:chgData name="Peter Bernhardt" userId="f2333933-0b12-4d6e-972f-f87625423892" providerId="ADAL" clId="{54BAB7D7-C378-4C4A-B0F8-9DF09AB8FC9C}" dt="2026-03-18T16:39:28.101" v="79" actId="790"/>
          <ac:spMkLst>
            <pc:docMk/>
            <pc:sldMk cId="0" sldId="305"/>
            <ac:spMk id="2" creationId="{00000000-0000-0000-0000-000000000000}"/>
          </ac:spMkLst>
        </pc:spChg>
        <pc:spChg chg="mod">
          <ac:chgData name="Peter Bernhardt" userId="f2333933-0b12-4d6e-972f-f87625423892" providerId="ADAL" clId="{54BAB7D7-C378-4C4A-B0F8-9DF09AB8FC9C}" dt="2026-03-18T16:39:29.041" v="146" actId="27636"/>
          <ac:spMkLst>
            <pc:docMk/>
            <pc:sldMk cId="0" sldId="305"/>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6"/>
        </pc:sldMkLst>
        <pc:spChg chg="mod">
          <ac:chgData name="Peter Bernhardt" userId="f2333933-0b12-4d6e-972f-f87625423892" providerId="ADAL" clId="{54BAB7D7-C378-4C4A-B0F8-9DF09AB8FC9C}" dt="2026-03-18T16:39:29.043" v="147" actId="27636"/>
          <ac:spMkLst>
            <pc:docMk/>
            <pc:sldMk cId="0" sldId="306"/>
            <ac:spMk id="2" creationId="{00000000-0000-0000-0000-000000000000}"/>
          </ac:spMkLst>
        </pc:spChg>
        <pc:spChg chg="mod">
          <ac:chgData name="Peter Bernhardt" userId="f2333933-0b12-4d6e-972f-f87625423892" providerId="ADAL" clId="{54BAB7D7-C378-4C4A-B0F8-9DF09AB8FC9C}" dt="2026-03-18T16:39:29.055" v="148" actId="27636"/>
          <ac:spMkLst>
            <pc:docMk/>
            <pc:sldMk cId="0" sldId="306"/>
            <ac:spMk id="3"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7"/>
        </pc:sldMkLst>
        <pc:spChg chg="mod">
          <ac:chgData name="Peter Bernhardt" userId="f2333933-0b12-4d6e-972f-f87625423892" providerId="ADAL" clId="{54BAB7D7-C378-4C4A-B0F8-9DF09AB8FC9C}" dt="2026-03-18T16:39:28.101" v="79" actId="790"/>
          <ac:spMkLst>
            <pc:docMk/>
            <pc:sldMk cId="0" sldId="307"/>
            <ac:spMk id="2" creationId="{00000000-0000-0000-0000-000000000000}"/>
          </ac:spMkLst>
        </pc:spChg>
      </pc:sldChg>
      <pc:sldChg chg="modSp del mod">
        <pc:chgData name="Peter Bernhardt" userId="f2333933-0b12-4d6e-972f-f87625423892" providerId="ADAL" clId="{54BAB7D7-C378-4C4A-B0F8-9DF09AB8FC9C}" dt="2026-03-18T17:27:59.585" v="473" actId="47"/>
        <pc:sldMkLst>
          <pc:docMk/>
          <pc:sldMk cId="0" sldId="308"/>
        </pc:sldMkLst>
        <pc:spChg chg="mod">
          <ac:chgData name="Peter Bernhardt" userId="f2333933-0b12-4d6e-972f-f87625423892" providerId="ADAL" clId="{54BAB7D7-C378-4C4A-B0F8-9DF09AB8FC9C}" dt="2026-03-18T16:39:28.101" v="79" actId="790"/>
          <ac:spMkLst>
            <pc:docMk/>
            <pc:sldMk cId="0" sldId="308"/>
            <ac:spMk id="2" creationId="{00000000-0000-0000-0000-000000000000}"/>
          </ac:spMkLst>
        </pc:spChg>
        <pc:spChg chg="mod">
          <ac:chgData name="Peter Bernhardt" userId="f2333933-0b12-4d6e-972f-f87625423892" providerId="ADAL" clId="{54BAB7D7-C378-4C4A-B0F8-9DF09AB8FC9C}" dt="2026-03-18T16:39:29.174" v="150" actId="27636"/>
          <ac:spMkLst>
            <pc:docMk/>
            <pc:sldMk cId="0" sldId="308"/>
            <ac:spMk id="3" creationId="{00000000-0000-0000-0000-000000000000}"/>
          </ac:spMkLst>
        </pc:spChg>
      </pc:sldChg>
      <pc:sldChg chg="addSp modSp del mod chgLayout">
        <pc:chgData name="Peter Bernhardt" userId="f2333933-0b12-4d6e-972f-f87625423892" providerId="ADAL" clId="{54BAB7D7-C378-4C4A-B0F8-9DF09AB8FC9C}" dt="2026-03-18T17:27:59.585" v="473" actId="47"/>
        <pc:sldMkLst>
          <pc:docMk/>
          <pc:sldMk cId="0" sldId="309"/>
        </pc:sldMkLst>
        <pc:spChg chg="mod ord">
          <ac:chgData name="Peter Bernhardt" userId="f2333933-0b12-4d6e-972f-f87625423892" providerId="ADAL" clId="{54BAB7D7-C378-4C4A-B0F8-9DF09AB8FC9C}" dt="2026-03-18T16:48:01.054" v="305" actId="700"/>
          <ac:spMkLst>
            <pc:docMk/>
            <pc:sldMk cId="0" sldId="309"/>
            <ac:spMk id="2" creationId="{00000000-0000-0000-0000-000000000000}"/>
          </ac:spMkLst>
        </pc:spChg>
      </pc:sldChg>
      <pc:sldMasterChg chg="modSp mod modSldLayout">
        <pc:chgData name="Peter Bernhardt" userId="f2333933-0b12-4d6e-972f-f87625423892" providerId="ADAL" clId="{54BAB7D7-C378-4C4A-B0F8-9DF09AB8FC9C}" dt="2026-03-18T17:16:09.783" v="436" actId="403"/>
        <pc:sldMasterMkLst>
          <pc:docMk/>
          <pc:sldMasterMk cId="3715007525" sldId="2147483750"/>
        </pc:sldMasterMkLst>
        <pc:spChg chg="mod">
          <ac:chgData name="Peter Bernhardt" userId="f2333933-0b12-4d6e-972f-f87625423892" providerId="ADAL" clId="{54BAB7D7-C378-4C4A-B0F8-9DF09AB8FC9C}" dt="2026-03-18T16:41:48.305" v="241" actId="20577"/>
          <ac:spMkLst>
            <pc:docMk/>
            <pc:sldMasterMk cId="3715007525" sldId="2147483750"/>
            <ac:spMk id="2" creationId="{00000000-0000-0000-0000-000000000000}"/>
          </ac:spMkLst>
        </pc:spChg>
        <pc:spChg chg="mod">
          <ac:chgData name="Peter Bernhardt" userId="f2333933-0b12-4d6e-972f-f87625423892" providerId="ADAL" clId="{54BAB7D7-C378-4C4A-B0F8-9DF09AB8FC9C}" dt="2026-03-18T16:42:03.580" v="272" actId="14100"/>
          <ac:spMkLst>
            <pc:docMk/>
            <pc:sldMasterMk cId="3715007525" sldId="2147483750"/>
            <ac:spMk id="3" creationId="{00000000-0000-0000-0000-000000000000}"/>
          </ac:spMkLst>
        </pc:spChg>
        <pc:cxnChg chg="mod">
          <ac:chgData name="Peter Bernhardt" userId="f2333933-0b12-4d6e-972f-f87625423892" providerId="ADAL" clId="{54BAB7D7-C378-4C4A-B0F8-9DF09AB8FC9C}" dt="2026-03-18T16:41:55.705" v="265" actId="1035"/>
          <ac:cxnSpMkLst>
            <pc:docMk/>
            <pc:sldMasterMk cId="3715007525" sldId="2147483750"/>
            <ac:cxnSpMk id="10" creationId="{00000000-0000-0000-0000-000000000000}"/>
          </ac:cxnSpMkLst>
        </pc:cxnChg>
        <pc:sldLayoutChg chg="modSp mod">
          <pc:chgData name="Peter Bernhardt" userId="f2333933-0b12-4d6e-972f-f87625423892" providerId="ADAL" clId="{54BAB7D7-C378-4C4A-B0F8-9DF09AB8FC9C}" dt="2026-03-18T16:42:12.756" v="279" actId="404"/>
          <pc:sldLayoutMkLst>
            <pc:docMk/>
            <pc:sldMasterMk cId="3715007525" sldId="2147483750"/>
            <pc:sldLayoutMk cId="1222138658" sldId="2147483751"/>
          </pc:sldLayoutMkLst>
          <pc:spChg chg="mod">
            <ac:chgData name="Peter Bernhardt" userId="f2333933-0b12-4d6e-972f-f87625423892" providerId="ADAL" clId="{54BAB7D7-C378-4C4A-B0F8-9DF09AB8FC9C}" dt="2026-03-18T16:42:12.756" v="279" actId="404"/>
            <ac:spMkLst>
              <pc:docMk/>
              <pc:sldMasterMk cId="3715007525" sldId="2147483750"/>
              <pc:sldLayoutMk cId="1222138658" sldId="2147483751"/>
              <ac:spMk id="2" creationId="{00000000-0000-0000-0000-000000000000}"/>
            </ac:spMkLst>
          </pc:spChg>
        </pc:sldLayoutChg>
        <pc:sldLayoutChg chg="modSp mod">
          <pc:chgData name="Peter Bernhardt" userId="f2333933-0b12-4d6e-972f-f87625423892" providerId="ADAL" clId="{54BAB7D7-C378-4C4A-B0F8-9DF09AB8FC9C}" dt="2026-03-18T17:16:09.783" v="436" actId="403"/>
          <pc:sldLayoutMkLst>
            <pc:docMk/>
            <pc:sldMasterMk cId="3715007525" sldId="2147483750"/>
            <pc:sldLayoutMk cId="2723228330" sldId="2147483752"/>
          </pc:sldLayoutMkLst>
          <pc:spChg chg="mod">
            <ac:chgData name="Peter Bernhardt" userId="f2333933-0b12-4d6e-972f-f87625423892" providerId="ADAL" clId="{54BAB7D7-C378-4C4A-B0F8-9DF09AB8FC9C}" dt="2026-03-18T16:41:24.217" v="210" actId="255"/>
            <ac:spMkLst>
              <pc:docMk/>
              <pc:sldMasterMk cId="3715007525" sldId="2147483750"/>
              <pc:sldLayoutMk cId="2723228330" sldId="2147483752"/>
              <ac:spMk id="2" creationId="{00000000-0000-0000-0000-000000000000}"/>
            </ac:spMkLst>
          </pc:spChg>
          <pc:spChg chg="mod">
            <ac:chgData name="Peter Bernhardt" userId="f2333933-0b12-4d6e-972f-f87625423892" providerId="ADAL" clId="{54BAB7D7-C378-4C4A-B0F8-9DF09AB8FC9C}" dt="2026-03-18T17:16:09.783" v="436" actId="403"/>
            <ac:spMkLst>
              <pc:docMk/>
              <pc:sldMasterMk cId="3715007525" sldId="2147483750"/>
              <pc:sldLayoutMk cId="2723228330" sldId="2147483752"/>
              <ac:spMk id="3" creationId="{00000000-0000-0000-0000-000000000000}"/>
            </ac:spMkLst>
          </pc:spChg>
        </pc:sldLayoutChg>
        <pc:sldLayoutChg chg="modSp mod">
          <pc:chgData name="Peter Bernhardt" userId="f2333933-0b12-4d6e-972f-f87625423892" providerId="ADAL" clId="{54BAB7D7-C378-4C4A-B0F8-9DF09AB8FC9C}" dt="2026-03-18T16:46:14.357" v="293" actId="113"/>
          <pc:sldLayoutMkLst>
            <pc:docMk/>
            <pc:sldMasterMk cId="3715007525" sldId="2147483750"/>
            <pc:sldLayoutMk cId="1145065635" sldId="2147483753"/>
          </pc:sldLayoutMkLst>
          <pc:spChg chg="mod">
            <ac:chgData name="Peter Bernhardt" userId="f2333933-0b12-4d6e-972f-f87625423892" providerId="ADAL" clId="{54BAB7D7-C378-4C4A-B0F8-9DF09AB8FC9C}" dt="2026-03-18T16:46:14.357" v="293" actId="113"/>
            <ac:spMkLst>
              <pc:docMk/>
              <pc:sldMasterMk cId="3715007525" sldId="2147483750"/>
              <pc:sldLayoutMk cId="1145065635" sldId="2147483753"/>
              <ac:spMk id="2" creationId="{00000000-0000-0000-0000-000000000000}"/>
            </ac:spMkLst>
          </pc:spChg>
        </pc:sldLayoutChg>
      </pc:sldMasterChg>
    </pc:docChg>
  </pc:docChgLst>
  <pc:docChgLst>
    <pc:chgData name="Peter Bernhardt" userId="f2333933-0b12-4d6e-972f-f87625423892" providerId="ADAL" clId="{34DA1458-4058-4912-885C-C6A06A12728D}"/>
    <pc:docChg chg="undo redo custSel addSld delSld modSld modNotesMaster">
      <pc:chgData name="Peter Bernhardt" userId="f2333933-0b12-4d6e-972f-f87625423892" providerId="ADAL" clId="{34DA1458-4058-4912-885C-C6A06A12728D}" dt="2026-04-02T16:06:12.948" v="765" actId="403"/>
      <pc:docMkLst>
        <pc:docMk/>
      </pc:docMkLst>
      <pc:sldChg chg="addSp delSp modSp add mod chgLayout">
        <pc:chgData name="Peter Bernhardt" userId="f2333933-0b12-4d6e-972f-f87625423892" providerId="ADAL" clId="{34DA1458-4058-4912-885C-C6A06A12728D}" dt="2026-03-23T15:45:52.924" v="35" actId="20577"/>
        <pc:sldMkLst>
          <pc:docMk/>
          <pc:sldMk cId="0" sldId="256"/>
        </pc:sldMkLst>
        <pc:spChg chg="mod ord">
          <ac:chgData name="Peter Bernhardt" userId="f2333933-0b12-4d6e-972f-f87625423892" providerId="ADAL" clId="{34DA1458-4058-4912-885C-C6A06A12728D}" dt="2026-03-23T15:45:47.994" v="34" actId="20577"/>
          <ac:spMkLst>
            <pc:docMk/>
            <pc:sldMk cId="0" sldId="256"/>
            <ac:spMk id="2" creationId="{00000000-0000-0000-0000-000000000000}"/>
          </ac:spMkLst>
        </pc:spChg>
        <pc:spChg chg="mod ord">
          <ac:chgData name="Peter Bernhardt" userId="f2333933-0b12-4d6e-972f-f87625423892" providerId="ADAL" clId="{34DA1458-4058-4912-885C-C6A06A12728D}" dt="2026-03-23T15:45:52.924" v="35" actId="20577"/>
          <ac:spMkLst>
            <pc:docMk/>
            <pc:sldMk cId="0" sldId="256"/>
            <ac:spMk id="3" creationId="{00000000-0000-0000-0000-000000000000}"/>
          </ac:spMkLst>
        </pc:spChg>
        <pc:spChg chg="mod ord">
          <ac:chgData name="Peter Bernhardt" userId="f2333933-0b12-4d6e-972f-f87625423892" providerId="ADAL" clId="{34DA1458-4058-4912-885C-C6A06A12728D}" dt="2026-03-23T15:45:36.362" v="2" actId="6264"/>
          <ac:spMkLst>
            <pc:docMk/>
            <pc:sldMk cId="0" sldId="256"/>
            <ac:spMk id="4" creationId="{00000000-0000-0000-0000-000000000000}"/>
          </ac:spMkLst>
        </pc:spChg>
      </pc:sldChg>
      <pc:sldChg chg="addSp delSp modSp add mod chgLayout">
        <pc:chgData name="Peter Bernhardt" userId="f2333933-0b12-4d6e-972f-f87625423892" providerId="ADAL" clId="{34DA1458-4058-4912-885C-C6A06A12728D}" dt="2026-03-23T15:45:59.673" v="36" actId="6264"/>
        <pc:sldMkLst>
          <pc:docMk/>
          <pc:sldMk cId="0" sldId="257"/>
        </pc:sldMkLst>
        <pc:spChg chg="mod ord">
          <ac:chgData name="Peter Bernhardt" userId="f2333933-0b12-4d6e-972f-f87625423892" providerId="ADAL" clId="{34DA1458-4058-4912-885C-C6A06A12728D}" dt="2026-03-23T15:45:59.673" v="36" actId="6264"/>
          <ac:spMkLst>
            <pc:docMk/>
            <pc:sldMk cId="0" sldId="257"/>
            <ac:spMk id="2" creationId="{00000000-0000-0000-0000-000000000000}"/>
          </ac:spMkLst>
        </pc:spChg>
        <pc:spChg chg="add mod ord">
          <ac:chgData name="Peter Bernhardt" userId="f2333933-0b12-4d6e-972f-f87625423892" providerId="ADAL" clId="{34DA1458-4058-4912-885C-C6A06A12728D}" dt="2026-03-23T15:45:59.673" v="36" actId="6264"/>
          <ac:spMkLst>
            <pc:docMk/>
            <pc:sldMk cId="0" sldId="257"/>
            <ac:spMk id="4" creationId="{61D33691-4100-0A5C-1BA0-69F8C9DF0C10}"/>
          </ac:spMkLst>
        </pc:spChg>
      </pc:sldChg>
      <pc:sldChg chg="addSp delSp modSp add mod chgLayout">
        <pc:chgData name="Peter Bernhardt" userId="f2333933-0b12-4d6e-972f-f87625423892" providerId="ADAL" clId="{34DA1458-4058-4912-885C-C6A06A12728D}" dt="2026-03-23T15:48:50.188" v="50" actId="14100"/>
        <pc:sldMkLst>
          <pc:docMk/>
          <pc:sldMk cId="0" sldId="258"/>
        </pc:sldMkLst>
        <pc:spChg chg="mod ord">
          <ac:chgData name="Peter Bernhardt" userId="f2333933-0b12-4d6e-972f-f87625423892" providerId="ADAL" clId="{34DA1458-4058-4912-885C-C6A06A12728D}" dt="2026-03-23T15:46:12.382" v="38" actId="6264"/>
          <ac:spMkLst>
            <pc:docMk/>
            <pc:sldMk cId="0" sldId="258"/>
            <ac:spMk id="2" creationId="{00000000-0000-0000-0000-000000000000}"/>
          </ac:spMkLst>
        </pc:spChg>
        <pc:spChg chg="mod ord">
          <ac:chgData name="Peter Bernhardt" userId="f2333933-0b12-4d6e-972f-f87625423892" providerId="ADAL" clId="{34DA1458-4058-4912-885C-C6A06A12728D}" dt="2026-03-23T15:48:50.188" v="50" actId="14100"/>
          <ac:spMkLst>
            <pc:docMk/>
            <pc:sldMk cId="0" sldId="258"/>
            <ac:spMk id="3" creationId="{00000000-0000-0000-0000-000000000000}"/>
          </ac:spMkLst>
        </pc:spChg>
      </pc:sldChg>
      <pc:sldChg chg="add">
        <pc:chgData name="Peter Bernhardt" userId="f2333933-0b12-4d6e-972f-f87625423892" providerId="ADAL" clId="{34DA1458-4058-4912-885C-C6A06A12728D}" dt="2026-03-23T15:44:58.832" v="0"/>
        <pc:sldMkLst>
          <pc:docMk/>
          <pc:sldMk cId="0" sldId="259"/>
        </pc:sldMkLst>
      </pc:sldChg>
      <pc:sldChg chg="modSp add mod">
        <pc:chgData name="Peter Bernhardt" userId="f2333933-0b12-4d6e-972f-f87625423892" providerId="ADAL" clId="{34DA1458-4058-4912-885C-C6A06A12728D}" dt="2026-03-23T15:49:15.551" v="64" actId="20577"/>
        <pc:sldMkLst>
          <pc:docMk/>
          <pc:sldMk cId="0" sldId="260"/>
        </pc:sldMkLst>
        <pc:spChg chg="mod">
          <ac:chgData name="Peter Bernhardt" userId="f2333933-0b12-4d6e-972f-f87625423892" providerId="ADAL" clId="{34DA1458-4058-4912-885C-C6A06A12728D}" dt="2026-03-23T15:49:15.551" v="64" actId="20577"/>
          <ac:spMkLst>
            <pc:docMk/>
            <pc:sldMk cId="0" sldId="260"/>
            <ac:spMk id="3" creationId="{00000000-0000-0000-0000-000000000000}"/>
          </ac:spMkLst>
        </pc:spChg>
      </pc:sldChg>
      <pc:sldChg chg="add">
        <pc:chgData name="Peter Bernhardt" userId="f2333933-0b12-4d6e-972f-f87625423892" providerId="ADAL" clId="{34DA1458-4058-4912-885C-C6A06A12728D}" dt="2026-03-23T15:44:58.832" v="0"/>
        <pc:sldMkLst>
          <pc:docMk/>
          <pc:sldMk cId="0" sldId="261"/>
        </pc:sldMkLst>
      </pc:sldChg>
      <pc:sldChg chg="add">
        <pc:chgData name="Peter Bernhardt" userId="f2333933-0b12-4d6e-972f-f87625423892" providerId="ADAL" clId="{34DA1458-4058-4912-885C-C6A06A12728D}" dt="2026-03-23T15:44:58.832" v="0"/>
        <pc:sldMkLst>
          <pc:docMk/>
          <pc:sldMk cId="0" sldId="262"/>
        </pc:sldMkLst>
      </pc:sldChg>
      <pc:sldChg chg="addSp delSp modSp add mod chgLayout">
        <pc:chgData name="Peter Bernhardt" userId="f2333933-0b12-4d6e-972f-f87625423892" providerId="ADAL" clId="{34DA1458-4058-4912-885C-C6A06A12728D}" dt="2026-03-23T15:46:25.834" v="39" actId="6264"/>
        <pc:sldMkLst>
          <pc:docMk/>
          <pc:sldMk cId="0" sldId="263"/>
        </pc:sldMkLst>
        <pc:spChg chg="mod ord">
          <ac:chgData name="Peter Bernhardt" userId="f2333933-0b12-4d6e-972f-f87625423892" providerId="ADAL" clId="{34DA1458-4058-4912-885C-C6A06A12728D}" dt="2026-03-23T15:46:25.834" v="39" actId="6264"/>
          <ac:spMkLst>
            <pc:docMk/>
            <pc:sldMk cId="0" sldId="263"/>
            <ac:spMk id="2" creationId="{00000000-0000-0000-0000-000000000000}"/>
          </ac:spMkLst>
        </pc:spChg>
        <pc:spChg chg="add mod ord">
          <ac:chgData name="Peter Bernhardt" userId="f2333933-0b12-4d6e-972f-f87625423892" providerId="ADAL" clId="{34DA1458-4058-4912-885C-C6A06A12728D}" dt="2026-03-23T15:46:25.834" v="39" actId="6264"/>
          <ac:spMkLst>
            <pc:docMk/>
            <pc:sldMk cId="0" sldId="263"/>
            <ac:spMk id="4" creationId="{0993239A-5997-DE5F-A0EA-437C63DFB090}"/>
          </ac:spMkLst>
        </pc:spChg>
      </pc:sldChg>
      <pc:sldChg chg="modSp add mod">
        <pc:chgData name="Peter Bernhardt" userId="f2333933-0b12-4d6e-972f-f87625423892" providerId="ADAL" clId="{34DA1458-4058-4912-885C-C6A06A12728D}" dt="2026-03-23T15:50:14.547" v="74" actId="20577"/>
        <pc:sldMkLst>
          <pc:docMk/>
          <pc:sldMk cId="0" sldId="264"/>
        </pc:sldMkLst>
        <pc:spChg chg="mod">
          <ac:chgData name="Peter Bernhardt" userId="f2333933-0b12-4d6e-972f-f87625423892" providerId="ADAL" clId="{34DA1458-4058-4912-885C-C6A06A12728D}" dt="2026-03-23T15:50:14.547" v="74" actId="20577"/>
          <ac:spMkLst>
            <pc:docMk/>
            <pc:sldMk cId="0" sldId="264"/>
            <ac:spMk id="3" creationId="{00000000-0000-0000-0000-000000000000}"/>
          </ac:spMkLst>
        </pc:spChg>
      </pc:sldChg>
      <pc:sldChg chg="modSp add mod">
        <pc:chgData name="Peter Bernhardt" userId="f2333933-0b12-4d6e-972f-f87625423892" providerId="ADAL" clId="{34DA1458-4058-4912-885C-C6A06A12728D}" dt="2026-03-23T15:50:30.653" v="76" actId="12"/>
        <pc:sldMkLst>
          <pc:docMk/>
          <pc:sldMk cId="0" sldId="266"/>
        </pc:sldMkLst>
        <pc:spChg chg="mod">
          <ac:chgData name="Peter Bernhardt" userId="f2333933-0b12-4d6e-972f-f87625423892" providerId="ADAL" clId="{34DA1458-4058-4912-885C-C6A06A12728D}" dt="2026-03-23T15:50:30.653" v="76" actId="12"/>
          <ac:spMkLst>
            <pc:docMk/>
            <pc:sldMk cId="0" sldId="266"/>
            <ac:spMk id="3" creationId="{00000000-0000-0000-0000-000000000000}"/>
          </ac:spMkLst>
        </pc:spChg>
      </pc:sldChg>
      <pc:sldChg chg="add">
        <pc:chgData name="Peter Bernhardt" userId="f2333933-0b12-4d6e-972f-f87625423892" providerId="ADAL" clId="{34DA1458-4058-4912-885C-C6A06A12728D}" dt="2026-03-23T15:44:58.832" v="0"/>
        <pc:sldMkLst>
          <pc:docMk/>
          <pc:sldMk cId="0" sldId="267"/>
        </pc:sldMkLst>
      </pc:sldChg>
      <pc:sldChg chg="modSp add mod">
        <pc:chgData name="Peter Bernhardt" userId="f2333933-0b12-4d6e-972f-f87625423892" providerId="ADAL" clId="{34DA1458-4058-4912-885C-C6A06A12728D}" dt="2026-03-23T15:52:39.016" v="87" actId="20577"/>
        <pc:sldMkLst>
          <pc:docMk/>
          <pc:sldMk cId="0" sldId="268"/>
        </pc:sldMkLst>
        <pc:spChg chg="mod">
          <ac:chgData name="Peter Bernhardt" userId="f2333933-0b12-4d6e-972f-f87625423892" providerId="ADAL" clId="{34DA1458-4058-4912-885C-C6A06A12728D}" dt="2026-03-23T15:52:39.016" v="87" actId="20577"/>
          <ac:spMkLst>
            <pc:docMk/>
            <pc:sldMk cId="0" sldId="268"/>
            <ac:spMk id="3" creationId="{00000000-0000-0000-0000-000000000000}"/>
          </ac:spMkLst>
        </pc:spChg>
      </pc:sldChg>
      <pc:sldChg chg="modSp add mod">
        <pc:chgData name="Peter Bernhardt" userId="f2333933-0b12-4d6e-972f-f87625423892" providerId="ADAL" clId="{34DA1458-4058-4912-885C-C6A06A12728D}" dt="2026-03-23T15:53:58.356" v="105" actId="20577"/>
        <pc:sldMkLst>
          <pc:docMk/>
          <pc:sldMk cId="0" sldId="269"/>
        </pc:sldMkLst>
        <pc:spChg chg="mod">
          <ac:chgData name="Peter Bernhardt" userId="f2333933-0b12-4d6e-972f-f87625423892" providerId="ADAL" clId="{34DA1458-4058-4912-885C-C6A06A12728D}" dt="2026-03-23T15:53:58.356" v="105" actId="20577"/>
          <ac:spMkLst>
            <pc:docMk/>
            <pc:sldMk cId="0" sldId="269"/>
            <ac:spMk id="3" creationId="{00000000-0000-0000-0000-000000000000}"/>
          </ac:spMkLst>
        </pc:spChg>
      </pc:sldChg>
      <pc:sldChg chg="modSp add mod">
        <pc:chgData name="Peter Bernhardt" userId="f2333933-0b12-4d6e-972f-f87625423892" providerId="ADAL" clId="{34DA1458-4058-4912-885C-C6A06A12728D}" dt="2026-03-23T15:54:22.394" v="107" actId="113"/>
        <pc:sldMkLst>
          <pc:docMk/>
          <pc:sldMk cId="0" sldId="270"/>
        </pc:sldMkLst>
        <pc:spChg chg="mod">
          <ac:chgData name="Peter Bernhardt" userId="f2333933-0b12-4d6e-972f-f87625423892" providerId="ADAL" clId="{34DA1458-4058-4912-885C-C6A06A12728D}" dt="2026-03-23T15:54:22.394" v="107" actId="113"/>
          <ac:spMkLst>
            <pc:docMk/>
            <pc:sldMk cId="0" sldId="270"/>
            <ac:spMk id="3" creationId="{00000000-0000-0000-0000-000000000000}"/>
          </ac:spMkLst>
        </pc:spChg>
      </pc:sldChg>
      <pc:sldChg chg="modSp add mod">
        <pc:chgData name="Peter Bernhardt" userId="f2333933-0b12-4d6e-972f-f87625423892" providerId="ADAL" clId="{34DA1458-4058-4912-885C-C6A06A12728D}" dt="2026-03-23T15:54:31.312" v="108" actId="20577"/>
        <pc:sldMkLst>
          <pc:docMk/>
          <pc:sldMk cId="0" sldId="271"/>
        </pc:sldMkLst>
        <pc:spChg chg="mod">
          <ac:chgData name="Peter Bernhardt" userId="f2333933-0b12-4d6e-972f-f87625423892" providerId="ADAL" clId="{34DA1458-4058-4912-885C-C6A06A12728D}" dt="2026-03-23T15:54:31.312" v="108" actId="20577"/>
          <ac:spMkLst>
            <pc:docMk/>
            <pc:sldMk cId="0" sldId="271"/>
            <ac:spMk id="3" creationId="{00000000-0000-0000-0000-000000000000}"/>
          </ac:spMkLst>
        </pc:spChg>
      </pc:sldChg>
      <pc:sldChg chg="addSp delSp modSp add mod chgLayout">
        <pc:chgData name="Peter Bernhardt" userId="f2333933-0b12-4d6e-972f-f87625423892" providerId="ADAL" clId="{34DA1458-4058-4912-885C-C6A06A12728D}" dt="2026-03-23T15:46:55.512" v="42" actId="20577"/>
        <pc:sldMkLst>
          <pc:docMk/>
          <pc:sldMk cId="0" sldId="272"/>
        </pc:sldMkLst>
        <pc:spChg chg="mod ord">
          <ac:chgData name="Peter Bernhardt" userId="f2333933-0b12-4d6e-972f-f87625423892" providerId="ADAL" clId="{34DA1458-4058-4912-885C-C6A06A12728D}" dt="2026-03-23T15:46:55.512" v="42" actId="20577"/>
          <ac:spMkLst>
            <pc:docMk/>
            <pc:sldMk cId="0" sldId="272"/>
            <ac:spMk id="2" creationId="{00000000-0000-0000-0000-000000000000}"/>
          </ac:spMkLst>
        </pc:spChg>
        <pc:spChg chg="add mod ord">
          <ac:chgData name="Peter Bernhardt" userId="f2333933-0b12-4d6e-972f-f87625423892" providerId="ADAL" clId="{34DA1458-4058-4912-885C-C6A06A12728D}" dt="2026-03-23T15:46:49.145" v="40" actId="6264"/>
          <ac:spMkLst>
            <pc:docMk/>
            <pc:sldMk cId="0" sldId="272"/>
            <ac:spMk id="4" creationId="{45D8D4EE-3E0C-AC15-B5B0-ED06F42D0781}"/>
          </ac:spMkLst>
        </pc:spChg>
      </pc:sldChg>
      <pc:sldChg chg="modSp add mod">
        <pc:chgData name="Peter Bernhardt" userId="f2333933-0b12-4d6e-972f-f87625423892" providerId="ADAL" clId="{34DA1458-4058-4912-885C-C6A06A12728D}" dt="2026-03-23T15:54:53.501" v="110" actId="20577"/>
        <pc:sldMkLst>
          <pc:docMk/>
          <pc:sldMk cId="0" sldId="273"/>
        </pc:sldMkLst>
        <pc:spChg chg="mod">
          <ac:chgData name="Peter Bernhardt" userId="f2333933-0b12-4d6e-972f-f87625423892" providerId="ADAL" clId="{34DA1458-4058-4912-885C-C6A06A12728D}" dt="2026-03-23T15:54:53.501" v="110" actId="20577"/>
          <ac:spMkLst>
            <pc:docMk/>
            <pc:sldMk cId="0" sldId="273"/>
            <ac:spMk id="3" creationId="{00000000-0000-0000-0000-000000000000}"/>
          </ac:spMkLst>
        </pc:spChg>
      </pc:sldChg>
      <pc:sldChg chg="modSp add mod">
        <pc:chgData name="Peter Bernhardt" userId="f2333933-0b12-4d6e-972f-f87625423892" providerId="ADAL" clId="{34DA1458-4058-4912-885C-C6A06A12728D}" dt="2026-04-02T15:38:31.984" v="721" actId="404"/>
        <pc:sldMkLst>
          <pc:docMk/>
          <pc:sldMk cId="0" sldId="274"/>
        </pc:sldMkLst>
        <pc:spChg chg="mod">
          <ac:chgData name="Peter Bernhardt" userId="f2333933-0b12-4d6e-972f-f87625423892" providerId="ADAL" clId="{34DA1458-4058-4912-885C-C6A06A12728D}" dt="2026-04-02T15:38:31.984" v="721" actId="404"/>
          <ac:spMkLst>
            <pc:docMk/>
            <pc:sldMk cId="0" sldId="274"/>
            <ac:spMk id="3" creationId="{00000000-0000-0000-0000-000000000000}"/>
          </ac:spMkLst>
        </pc:spChg>
      </pc:sldChg>
      <pc:sldChg chg="modSp add mod">
        <pc:chgData name="Peter Bernhardt" userId="f2333933-0b12-4d6e-972f-f87625423892" providerId="ADAL" clId="{34DA1458-4058-4912-885C-C6A06A12728D}" dt="2026-04-02T15:38:52.281" v="722" actId="948"/>
        <pc:sldMkLst>
          <pc:docMk/>
          <pc:sldMk cId="0" sldId="275"/>
        </pc:sldMkLst>
        <pc:spChg chg="mod">
          <ac:chgData name="Peter Bernhardt" userId="f2333933-0b12-4d6e-972f-f87625423892" providerId="ADAL" clId="{34DA1458-4058-4912-885C-C6A06A12728D}" dt="2026-04-02T15:38:52.281" v="722" actId="948"/>
          <ac:spMkLst>
            <pc:docMk/>
            <pc:sldMk cId="0" sldId="275"/>
            <ac:spMk id="3" creationId="{00000000-0000-0000-0000-000000000000}"/>
          </ac:spMkLst>
        </pc:spChg>
      </pc:sldChg>
      <pc:sldChg chg="modSp add mod">
        <pc:chgData name="Peter Bernhardt" userId="f2333933-0b12-4d6e-972f-f87625423892" providerId="ADAL" clId="{34DA1458-4058-4912-885C-C6A06A12728D}" dt="2026-03-23T15:55:34.669" v="120" actId="14100"/>
        <pc:sldMkLst>
          <pc:docMk/>
          <pc:sldMk cId="0" sldId="276"/>
        </pc:sldMkLst>
        <pc:spChg chg="mod">
          <ac:chgData name="Peter Bernhardt" userId="f2333933-0b12-4d6e-972f-f87625423892" providerId="ADAL" clId="{34DA1458-4058-4912-885C-C6A06A12728D}" dt="2026-03-23T15:55:34.669" v="120" actId="14100"/>
          <ac:spMkLst>
            <pc:docMk/>
            <pc:sldMk cId="0" sldId="276"/>
            <ac:spMk id="3" creationId="{00000000-0000-0000-0000-000000000000}"/>
          </ac:spMkLst>
        </pc:spChg>
      </pc:sldChg>
      <pc:sldChg chg="modSp add mod">
        <pc:chgData name="Peter Bernhardt" userId="f2333933-0b12-4d6e-972f-f87625423892" providerId="ADAL" clId="{34DA1458-4058-4912-885C-C6A06A12728D}" dt="2026-03-23T15:56:01.952" v="129" actId="14100"/>
        <pc:sldMkLst>
          <pc:docMk/>
          <pc:sldMk cId="0" sldId="277"/>
        </pc:sldMkLst>
        <pc:spChg chg="mod">
          <ac:chgData name="Peter Bernhardt" userId="f2333933-0b12-4d6e-972f-f87625423892" providerId="ADAL" clId="{34DA1458-4058-4912-885C-C6A06A12728D}" dt="2026-03-23T15:56:01.952" v="129" actId="14100"/>
          <ac:spMkLst>
            <pc:docMk/>
            <pc:sldMk cId="0" sldId="277"/>
            <ac:spMk id="3" creationId="{00000000-0000-0000-0000-000000000000}"/>
          </ac:spMkLst>
        </pc:spChg>
      </pc:sldChg>
      <pc:sldChg chg="modSp add mod">
        <pc:chgData name="Peter Bernhardt" userId="f2333933-0b12-4d6e-972f-f87625423892" providerId="ADAL" clId="{34DA1458-4058-4912-885C-C6A06A12728D}" dt="2026-03-23T15:56:18.695" v="136" actId="404"/>
        <pc:sldMkLst>
          <pc:docMk/>
          <pc:sldMk cId="0" sldId="278"/>
        </pc:sldMkLst>
        <pc:spChg chg="mod">
          <ac:chgData name="Peter Bernhardt" userId="f2333933-0b12-4d6e-972f-f87625423892" providerId="ADAL" clId="{34DA1458-4058-4912-885C-C6A06A12728D}" dt="2026-03-23T15:56:18.695" v="136" actId="404"/>
          <ac:spMkLst>
            <pc:docMk/>
            <pc:sldMk cId="0" sldId="278"/>
            <ac:spMk id="3" creationId="{00000000-0000-0000-0000-000000000000}"/>
          </ac:spMkLst>
        </pc:spChg>
      </pc:sldChg>
      <pc:sldChg chg="modSp add mod">
        <pc:chgData name="Peter Bernhardt" userId="f2333933-0b12-4d6e-972f-f87625423892" providerId="ADAL" clId="{34DA1458-4058-4912-885C-C6A06A12728D}" dt="2026-04-02T15:40:38.318" v="732" actId="20577"/>
        <pc:sldMkLst>
          <pc:docMk/>
          <pc:sldMk cId="0" sldId="279"/>
        </pc:sldMkLst>
        <pc:spChg chg="mod">
          <ac:chgData name="Peter Bernhardt" userId="f2333933-0b12-4d6e-972f-f87625423892" providerId="ADAL" clId="{34DA1458-4058-4912-885C-C6A06A12728D}" dt="2026-04-02T15:40:38.318" v="732" actId="20577"/>
          <ac:spMkLst>
            <pc:docMk/>
            <pc:sldMk cId="0" sldId="279"/>
            <ac:spMk id="3" creationId="{00000000-0000-0000-0000-000000000000}"/>
          </ac:spMkLst>
        </pc:spChg>
      </pc:sldChg>
      <pc:sldChg chg="modSp add mod">
        <pc:chgData name="Peter Bernhardt" userId="f2333933-0b12-4d6e-972f-f87625423892" providerId="ADAL" clId="{34DA1458-4058-4912-885C-C6A06A12728D}" dt="2026-03-23T15:58:00.624" v="187" actId="20577"/>
        <pc:sldMkLst>
          <pc:docMk/>
          <pc:sldMk cId="0" sldId="280"/>
        </pc:sldMkLst>
        <pc:spChg chg="mod">
          <ac:chgData name="Peter Bernhardt" userId="f2333933-0b12-4d6e-972f-f87625423892" providerId="ADAL" clId="{34DA1458-4058-4912-885C-C6A06A12728D}" dt="2026-03-23T15:57:40.132" v="183" actId="14100"/>
          <ac:spMkLst>
            <pc:docMk/>
            <pc:sldMk cId="0" sldId="280"/>
            <ac:spMk id="2" creationId="{00000000-0000-0000-0000-000000000000}"/>
          </ac:spMkLst>
        </pc:spChg>
        <pc:spChg chg="mod">
          <ac:chgData name="Peter Bernhardt" userId="f2333933-0b12-4d6e-972f-f87625423892" providerId="ADAL" clId="{34DA1458-4058-4912-885C-C6A06A12728D}" dt="2026-03-23T15:58:00.624" v="187" actId="20577"/>
          <ac:spMkLst>
            <pc:docMk/>
            <pc:sldMk cId="0" sldId="280"/>
            <ac:spMk id="3" creationId="{00000000-0000-0000-0000-000000000000}"/>
          </ac:spMkLst>
        </pc:spChg>
      </pc:sldChg>
      <pc:sldChg chg="modSp add mod">
        <pc:chgData name="Peter Bernhardt" userId="f2333933-0b12-4d6e-972f-f87625423892" providerId="ADAL" clId="{34DA1458-4058-4912-885C-C6A06A12728D}" dt="2026-03-23T15:59:04.673" v="212" actId="20577"/>
        <pc:sldMkLst>
          <pc:docMk/>
          <pc:sldMk cId="0" sldId="282"/>
        </pc:sldMkLst>
        <pc:spChg chg="mod">
          <ac:chgData name="Peter Bernhardt" userId="f2333933-0b12-4d6e-972f-f87625423892" providerId="ADAL" clId="{34DA1458-4058-4912-885C-C6A06A12728D}" dt="2026-03-23T15:59:04.673" v="212" actId="20577"/>
          <ac:spMkLst>
            <pc:docMk/>
            <pc:sldMk cId="0" sldId="282"/>
            <ac:spMk id="3" creationId="{00000000-0000-0000-0000-000000000000}"/>
          </ac:spMkLst>
        </pc:spChg>
      </pc:sldChg>
      <pc:sldChg chg="modSp add mod">
        <pc:chgData name="Peter Bernhardt" userId="f2333933-0b12-4d6e-972f-f87625423892" providerId="ADAL" clId="{34DA1458-4058-4912-885C-C6A06A12728D}" dt="2026-03-23T16:00:11.180" v="243" actId="113"/>
        <pc:sldMkLst>
          <pc:docMk/>
          <pc:sldMk cId="0" sldId="283"/>
        </pc:sldMkLst>
        <pc:spChg chg="mod">
          <ac:chgData name="Peter Bernhardt" userId="f2333933-0b12-4d6e-972f-f87625423892" providerId="ADAL" clId="{34DA1458-4058-4912-885C-C6A06A12728D}" dt="2026-03-23T16:00:11.180" v="243" actId="113"/>
          <ac:spMkLst>
            <pc:docMk/>
            <pc:sldMk cId="0" sldId="283"/>
            <ac:spMk id="3" creationId="{00000000-0000-0000-0000-000000000000}"/>
          </ac:spMkLst>
        </pc:spChg>
      </pc:sldChg>
      <pc:sldChg chg="add">
        <pc:chgData name="Peter Bernhardt" userId="f2333933-0b12-4d6e-972f-f87625423892" providerId="ADAL" clId="{34DA1458-4058-4912-885C-C6A06A12728D}" dt="2026-03-23T15:44:58.832" v="0"/>
        <pc:sldMkLst>
          <pc:docMk/>
          <pc:sldMk cId="0" sldId="284"/>
        </pc:sldMkLst>
      </pc:sldChg>
      <pc:sldChg chg="modSp add mod">
        <pc:chgData name="Peter Bernhardt" userId="f2333933-0b12-4d6e-972f-f87625423892" providerId="ADAL" clId="{34DA1458-4058-4912-885C-C6A06A12728D}" dt="2026-03-23T16:00:39.290" v="246" actId="20577"/>
        <pc:sldMkLst>
          <pc:docMk/>
          <pc:sldMk cId="0" sldId="285"/>
        </pc:sldMkLst>
        <pc:spChg chg="mod">
          <ac:chgData name="Peter Bernhardt" userId="f2333933-0b12-4d6e-972f-f87625423892" providerId="ADAL" clId="{34DA1458-4058-4912-885C-C6A06A12728D}" dt="2026-03-23T16:00:39.290" v="246" actId="20577"/>
          <ac:spMkLst>
            <pc:docMk/>
            <pc:sldMk cId="0" sldId="285"/>
            <ac:spMk id="2" creationId="{00000000-0000-0000-0000-000000000000}"/>
          </ac:spMkLst>
        </pc:spChg>
        <pc:spChg chg="mod">
          <ac:chgData name="Peter Bernhardt" userId="f2333933-0b12-4d6e-972f-f87625423892" providerId="ADAL" clId="{34DA1458-4058-4912-885C-C6A06A12728D}" dt="2026-03-23T16:00:30.854" v="245" actId="20577"/>
          <ac:spMkLst>
            <pc:docMk/>
            <pc:sldMk cId="0" sldId="285"/>
            <ac:spMk id="3" creationId="{00000000-0000-0000-0000-000000000000}"/>
          </ac:spMkLst>
        </pc:spChg>
      </pc:sldChg>
      <pc:sldChg chg="addSp delSp modSp add mod chgLayout">
        <pc:chgData name="Peter Bernhardt" userId="f2333933-0b12-4d6e-972f-f87625423892" providerId="ADAL" clId="{34DA1458-4058-4912-885C-C6A06A12728D}" dt="2026-03-23T15:47:27.716" v="43" actId="6264"/>
        <pc:sldMkLst>
          <pc:docMk/>
          <pc:sldMk cId="0" sldId="286"/>
        </pc:sldMkLst>
        <pc:spChg chg="mod ord">
          <ac:chgData name="Peter Bernhardt" userId="f2333933-0b12-4d6e-972f-f87625423892" providerId="ADAL" clId="{34DA1458-4058-4912-885C-C6A06A12728D}" dt="2026-03-23T15:47:27.716" v="43" actId="6264"/>
          <ac:spMkLst>
            <pc:docMk/>
            <pc:sldMk cId="0" sldId="286"/>
            <ac:spMk id="2" creationId="{00000000-0000-0000-0000-000000000000}"/>
          </ac:spMkLst>
        </pc:spChg>
        <pc:spChg chg="add mod ord">
          <ac:chgData name="Peter Bernhardt" userId="f2333933-0b12-4d6e-972f-f87625423892" providerId="ADAL" clId="{34DA1458-4058-4912-885C-C6A06A12728D}" dt="2026-03-23T15:47:27.716" v="43" actId="6264"/>
          <ac:spMkLst>
            <pc:docMk/>
            <pc:sldMk cId="0" sldId="286"/>
            <ac:spMk id="4" creationId="{62FB1363-9671-4B7F-1501-F1E322867904}"/>
          </ac:spMkLst>
        </pc:spChg>
      </pc:sldChg>
      <pc:sldChg chg="modSp add mod">
        <pc:chgData name="Peter Bernhardt" userId="f2333933-0b12-4d6e-972f-f87625423892" providerId="ADAL" clId="{34DA1458-4058-4912-885C-C6A06A12728D}" dt="2026-03-23T16:00:53.457" v="248" actId="20577"/>
        <pc:sldMkLst>
          <pc:docMk/>
          <pc:sldMk cId="0" sldId="287"/>
        </pc:sldMkLst>
        <pc:spChg chg="mod">
          <ac:chgData name="Peter Bernhardt" userId="f2333933-0b12-4d6e-972f-f87625423892" providerId="ADAL" clId="{34DA1458-4058-4912-885C-C6A06A12728D}" dt="2026-03-23T16:00:53.457" v="248" actId="20577"/>
          <ac:spMkLst>
            <pc:docMk/>
            <pc:sldMk cId="0" sldId="287"/>
            <ac:spMk id="3" creationId="{00000000-0000-0000-0000-000000000000}"/>
          </ac:spMkLst>
        </pc:spChg>
      </pc:sldChg>
      <pc:sldChg chg="modSp add mod">
        <pc:chgData name="Peter Bernhardt" userId="f2333933-0b12-4d6e-972f-f87625423892" providerId="ADAL" clId="{34DA1458-4058-4912-885C-C6A06A12728D}" dt="2026-03-23T16:02:25.635" v="269" actId="20577"/>
        <pc:sldMkLst>
          <pc:docMk/>
          <pc:sldMk cId="0" sldId="288"/>
        </pc:sldMkLst>
        <pc:spChg chg="mod">
          <ac:chgData name="Peter Bernhardt" userId="f2333933-0b12-4d6e-972f-f87625423892" providerId="ADAL" clId="{34DA1458-4058-4912-885C-C6A06A12728D}" dt="2026-03-23T16:02:25.635" v="269" actId="20577"/>
          <ac:spMkLst>
            <pc:docMk/>
            <pc:sldMk cId="0" sldId="288"/>
            <ac:spMk id="3" creationId="{00000000-0000-0000-0000-000000000000}"/>
          </ac:spMkLst>
        </pc:spChg>
      </pc:sldChg>
      <pc:sldChg chg="modSp add mod">
        <pc:chgData name="Peter Bernhardt" userId="f2333933-0b12-4d6e-972f-f87625423892" providerId="ADAL" clId="{34DA1458-4058-4912-885C-C6A06A12728D}" dt="2026-03-23T16:02:51.091" v="275" actId="404"/>
        <pc:sldMkLst>
          <pc:docMk/>
          <pc:sldMk cId="0" sldId="290"/>
        </pc:sldMkLst>
        <pc:spChg chg="mod">
          <ac:chgData name="Peter Bernhardt" userId="f2333933-0b12-4d6e-972f-f87625423892" providerId="ADAL" clId="{34DA1458-4058-4912-885C-C6A06A12728D}" dt="2026-03-23T16:02:51.091" v="275" actId="404"/>
          <ac:spMkLst>
            <pc:docMk/>
            <pc:sldMk cId="0" sldId="290"/>
            <ac:spMk id="3" creationId="{00000000-0000-0000-0000-000000000000}"/>
          </ac:spMkLst>
        </pc:spChg>
      </pc:sldChg>
      <pc:sldChg chg="modSp add mod">
        <pc:chgData name="Peter Bernhardt" userId="f2333933-0b12-4d6e-972f-f87625423892" providerId="ADAL" clId="{34DA1458-4058-4912-885C-C6A06A12728D}" dt="2026-03-23T16:03:10.137" v="282" actId="404"/>
        <pc:sldMkLst>
          <pc:docMk/>
          <pc:sldMk cId="0" sldId="291"/>
        </pc:sldMkLst>
        <pc:spChg chg="mod">
          <ac:chgData name="Peter Bernhardt" userId="f2333933-0b12-4d6e-972f-f87625423892" providerId="ADAL" clId="{34DA1458-4058-4912-885C-C6A06A12728D}" dt="2026-03-23T16:03:10.137" v="282" actId="404"/>
          <ac:spMkLst>
            <pc:docMk/>
            <pc:sldMk cId="0" sldId="291"/>
            <ac:spMk id="3" creationId="{00000000-0000-0000-0000-000000000000}"/>
          </ac:spMkLst>
        </pc:spChg>
      </pc:sldChg>
      <pc:sldChg chg="addSp modSp add mod">
        <pc:chgData name="Peter Bernhardt" userId="f2333933-0b12-4d6e-972f-f87625423892" providerId="ADAL" clId="{34DA1458-4058-4912-885C-C6A06A12728D}" dt="2026-04-02T16:06:12.948" v="765" actId="403"/>
        <pc:sldMkLst>
          <pc:docMk/>
          <pc:sldMk cId="0" sldId="292"/>
        </pc:sldMkLst>
        <pc:spChg chg="mod">
          <ac:chgData name="Peter Bernhardt" userId="f2333933-0b12-4d6e-972f-f87625423892" providerId="ADAL" clId="{34DA1458-4058-4912-885C-C6A06A12728D}" dt="2026-04-02T16:05:12.505" v="745"/>
          <ac:spMkLst>
            <pc:docMk/>
            <pc:sldMk cId="0" sldId="292"/>
            <ac:spMk id="3" creationId="{00000000-0000-0000-0000-000000000000}"/>
          </ac:spMkLst>
        </pc:spChg>
        <pc:spChg chg="add mod">
          <ac:chgData name="Peter Bernhardt" userId="f2333933-0b12-4d6e-972f-f87625423892" providerId="ADAL" clId="{34DA1458-4058-4912-885C-C6A06A12728D}" dt="2026-04-02T16:06:12.948" v="765" actId="403"/>
          <ac:spMkLst>
            <pc:docMk/>
            <pc:sldMk cId="0" sldId="292"/>
            <ac:spMk id="5" creationId="{E780022C-E42C-7A0F-8DFE-0179EF689C23}"/>
          </ac:spMkLst>
        </pc:spChg>
      </pc:sldChg>
      <pc:sldChg chg="add">
        <pc:chgData name="Peter Bernhardt" userId="f2333933-0b12-4d6e-972f-f87625423892" providerId="ADAL" clId="{34DA1458-4058-4912-885C-C6A06A12728D}" dt="2026-03-23T15:44:58.832" v="0"/>
        <pc:sldMkLst>
          <pc:docMk/>
          <pc:sldMk cId="0" sldId="293"/>
        </pc:sldMkLst>
      </pc:sldChg>
      <pc:sldChg chg="modSp add mod">
        <pc:chgData name="Peter Bernhardt" userId="f2333933-0b12-4d6e-972f-f87625423892" providerId="ADAL" clId="{34DA1458-4058-4912-885C-C6A06A12728D}" dt="2026-03-23T16:04:44.161" v="325" actId="20577"/>
        <pc:sldMkLst>
          <pc:docMk/>
          <pc:sldMk cId="0" sldId="294"/>
        </pc:sldMkLst>
        <pc:spChg chg="mod">
          <ac:chgData name="Peter Bernhardt" userId="f2333933-0b12-4d6e-972f-f87625423892" providerId="ADAL" clId="{34DA1458-4058-4912-885C-C6A06A12728D}" dt="2026-03-23T16:04:44.161" v="325" actId="20577"/>
          <ac:spMkLst>
            <pc:docMk/>
            <pc:sldMk cId="0" sldId="294"/>
            <ac:spMk id="2" creationId="{00000000-0000-0000-0000-000000000000}"/>
          </ac:spMkLst>
        </pc:spChg>
      </pc:sldChg>
      <pc:sldChg chg="addSp delSp modSp add mod chgLayout">
        <pc:chgData name="Peter Bernhardt" userId="f2333933-0b12-4d6e-972f-f87625423892" providerId="ADAL" clId="{34DA1458-4058-4912-885C-C6A06A12728D}" dt="2026-03-23T15:47:43.309" v="44" actId="6264"/>
        <pc:sldMkLst>
          <pc:docMk/>
          <pc:sldMk cId="0" sldId="295"/>
        </pc:sldMkLst>
        <pc:spChg chg="mod ord">
          <ac:chgData name="Peter Bernhardt" userId="f2333933-0b12-4d6e-972f-f87625423892" providerId="ADAL" clId="{34DA1458-4058-4912-885C-C6A06A12728D}" dt="2026-03-23T15:47:43.309" v="44" actId="6264"/>
          <ac:spMkLst>
            <pc:docMk/>
            <pc:sldMk cId="0" sldId="295"/>
            <ac:spMk id="2" creationId="{00000000-0000-0000-0000-000000000000}"/>
          </ac:spMkLst>
        </pc:spChg>
        <pc:spChg chg="add mod ord">
          <ac:chgData name="Peter Bernhardt" userId="f2333933-0b12-4d6e-972f-f87625423892" providerId="ADAL" clId="{34DA1458-4058-4912-885C-C6A06A12728D}" dt="2026-03-23T15:47:43.309" v="44" actId="6264"/>
          <ac:spMkLst>
            <pc:docMk/>
            <pc:sldMk cId="0" sldId="295"/>
            <ac:spMk id="4" creationId="{CCC03064-DB24-9A4A-ACE6-529D14B5A81E}"/>
          </ac:spMkLst>
        </pc:spChg>
      </pc:sldChg>
      <pc:sldChg chg="modSp add mod">
        <pc:chgData name="Peter Bernhardt" userId="f2333933-0b12-4d6e-972f-f87625423892" providerId="ADAL" clId="{34DA1458-4058-4912-885C-C6A06A12728D}" dt="2026-03-23T16:04:51.005" v="326" actId="20577"/>
        <pc:sldMkLst>
          <pc:docMk/>
          <pc:sldMk cId="0" sldId="296"/>
        </pc:sldMkLst>
        <pc:spChg chg="mod">
          <ac:chgData name="Peter Bernhardt" userId="f2333933-0b12-4d6e-972f-f87625423892" providerId="ADAL" clId="{34DA1458-4058-4912-885C-C6A06A12728D}" dt="2026-03-23T16:04:51.005" v="326" actId="20577"/>
          <ac:spMkLst>
            <pc:docMk/>
            <pc:sldMk cId="0" sldId="296"/>
            <ac:spMk id="3" creationId="{00000000-0000-0000-0000-000000000000}"/>
          </ac:spMkLst>
        </pc:spChg>
      </pc:sldChg>
      <pc:sldChg chg="modSp add mod">
        <pc:chgData name="Peter Bernhardt" userId="f2333933-0b12-4d6e-972f-f87625423892" providerId="ADAL" clId="{34DA1458-4058-4912-885C-C6A06A12728D}" dt="2026-03-23T16:10:24.511" v="370" actId="20577"/>
        <pc:sldMkLst>
          <pc:docMk/>
          <pc:sldMk cId="0" sldId="297"/>
        </pc:sldMkLst>
        <pc:spChg chg="mod">
          <ac:chgData name="Peter Bernhardt" userId="f2333933-0b12-4d6e-972f-f87625423892" providerId="ADAL" clId="{34DA1458-4058-4912-885C-C6A06A12728D}" dt="2026-03-23T16:10:24.511" v="370" actId="20577"/>
          <ac:spMkLst>
            <pc:docMk/>
            <pc:sldMk cId="0" sldId="297"/>
            <ac:spMk id="3" creationId="{00000000-0000-0000-0000-000000000000}"/>
          </ac:spMkLst>
        </pc:spChg>
      </pc:sldChg>
      <pc:sldChg chg="modSp add mod modShow">
        <pc:chgData name="Peter Bernhardt" userId="f2333933-0b12-4d6e-972f-f87625423892" providerId="ADAL" clId="{34DA1458-4058-4912-885C-C6A06A12728D}" dt="2026-03-23T16:11:08.940" v="373" actId="729"/>
        <pc:sldMkLst>
          <pc:docMk/>
          <pc:sldMk cId="0" sldId="298"/>
        </pc:sldMkLst>
        <pc:spChg chg="mod">
          <ac:chgData name="Peter Bernhardt" userId="f2333933-0b12-4d6e-972f-f87625423892" providerId="ADAL" clId="{34DA1458-4058-4912-885C-C6A06A12728D}" dt="2026-03-23T16:11:00.246" v="372" actId="20577"/>
          <ac:spMkLst>
            <pc:docMk/>
            <pc:sldMk cId="0" sldId="298"/>
            <ac:spMk id="3" creationId="{00000000-0000-0000-0000-000000000000}"/>
          </ac:spMkLst>
        </pc:spChg>
      </pc:sldChg>
      <pc:sldChg chg="modSp add mod">
        <pc:chgData name="Peter Bernhardt" userId="f2333933-0b12-4d6e-972f-f87625423892" providerId="ADAL" clId="{34DA1458-4058-4912-885C-C6A06A12728D}" dt="2026-03-23T16:11:32.439" v="379" actId="14100"/>
        <pc:sldMkLst>
          <pc:docMk/>
          <pc:sldMk cId="0" sldId="299"/>
        </pc:sldMkLst>
        <pc:spChg chg="mod">
          <ac:chgData name="Peter Bernhardt" userId="f2333933-0b12-4d6e-972f-f87625423892" providerId="ADAL" clId="{34DA1458-4058-4912-885C-C6A06A12728D}" dt="2026-03-23T16:11:32.439" v="379" actId="14100"/>
          <ac:spMkLst>
            <pc:docMk/>
            <pc:sldMk cId="0" sldId="299"/>
            <ac:spMk id="2" creationId="{00000000-0000-0000-0000-000000000000}"/>
          </ac:spMkLst>
        </pc:spChg>
        <pc:spChg chg="mod">
          <ac:chgData name="Peter Bernhardt" userId="f2333933-0b12-4d6e-972f-f87625423892" providerId="ADAL" clId="{34DA1458-4058-4912-885C-C6A06A12728D}" dt="2026-03-23T16:11:19.396" v="378" actId="404"/>
          <ac:spMkLst>
            <pc:docMk/>
            <pc:sldMk cId="0" sldId="299"/>
            <ac:spMk id="3" creationId="{00000000-0000-0000-0000-000000000000}"/>
          </ac:spMkLst>
        </pc:spChg>
      </pc:sldChg>
      <pc:sldChg chg="modSp add mod">
        <pc:chgData name="Peter Bernhardt" userId="f2333933-0b12-4d6e-972f-f87625423892" providerId="ADAL" clId="{34DA1458-4058-4912-885C-C6A06A12728D}" dt="2026-03-23T16:16:51.464" v="634" actId="6549"/>
        <pc:sldMkLst>
          <pc:docMk/>
          <pc:sldMk cId="0" sldId="300"/>
        </pc:sldMkLst>
        <pc:spChg chg="mod">
          <ac:chgData name="Peter Bernhardt" userId="f2333933-0b12-4d6e-972f-f87625423892" providerId="ADAL" clId="{34DA1458-4058-4912-885C-C6A06A12728D}" dt="2026-03-23T16:12:11.521" v="390" actId="14100"/>
          <ac:spMkLst>
            <pc:docMk/>
            <pc:sldMk cId="0" sldId="300"/>
            <ac:spMk id="2" creationId="{00000000-0000-0000-0000-000000000000}"/>
          </ac:spMkLst>
        </pc:spChg>
        <pc:spChg chg="mod">
          <ac:chgData name="Peter Bernhardt" userId="f2333933-0b12-4d6e-972f-f87625423892" providerId="ADAL" clId="{34DA1458-4058-4912-885C-C6A06A12728D}" dt="2026-03-23T16:16:51.464" v="634" actId="6549"/>
          <ac:spMkLst>
            <pc:docMk/>
            <pc:sldMk cId="0" sldId="300"/>
            <ac:spMk id="3" creationId="{00000000-0000-0000-0000-000000000000}"/>
          </ac:spMkLst>
        </pc:spChg>
      </pc:sldChg>
      <pc:sldChg chg="modSp add mod">
        <pc:chgData name="Peter Bernhardt" userId="f2333933-0b12-4d6e-972f-f87625423892" providerId="ADAL" clId="{34DA1458-4058-4912-885C-C6A06A12728D}" dt="2026-03-23T16:12:38.759" v="398" actId="404"/>
        <pc:sldMkLst>
          <pc:docMk/>
          <pc:sldMk cId="0" sldId="301"/>
        </pc:sldMkLst>
        <pc:spChg chg="mod">
          <ac:chgData name="Peter Bernhardt" userId="f2333933-0b12-4d6e-972f-f87625423892" providerId="ADAL" clId="{34DA1458-4058-4912-885C-C6A06A12728D}" dt="2026-03-23T16:12:38.759" v="398" actId="404"/>
          <ac:spMkLst>
            <pc:docMk/>
            <pc:sldMk cId="0" sldId="301"/>
            <ac:spMk id="3" creationId="{00000000-0000-0000-0000-000000000000}"/>
          </ac:spMkLst>
        </pc:spChg>
      </pc:sldChg>
      <pc:sldChg chg="modSp add mod">
        <pc:chgData name="Peter Bernhardt" userId="f2333933-0b12-4d6e-972f-f87625423892" providerId="ADAL" clId="{34DA1458-4058-4912-885C-C6A06A12728D}" dt="2026-03-23T16:15:04.301" v="447" actId="20577"/>
        <pc:sldMkLst>
          <pc:docMk/>
          <pc:sldMk cId="0" sldId="302"/>
        </pc:sldMkLst>
        <pc:spChg chg="mod">
          <ac:chgData name="Peter Bernhardt" userId="f2333933-0b12-4d6e-972f-f87625423892" providerId="ADAL" clId="{34DA1458-4058-4912-885C-C6A06A12728D}" dt="2026-03-23T16:12:58.420" v="409" actId="20577"/>
          <ac:spMkLst>
            <pc:docMk/>
            <pc:sldMk cId="0" sldId="302"/>
            <ac:spMk id="2" creationId="{00000000-0000-0000-0000-000000000000}"/>
          </ac:spMkLst>
        </pc:spChg>
        <pc:spChg chg="mod">
          <ac:chgData name="Peter Bernhardt" userId="f2333933-0b12-4d6e-972f-f87625423892" providerId="ADAL" clId="{34DA1458-4058-4912-885C-C6A06A12728D}" dt="2026-03-23T16:15:04.301" v="447" actId="20577"/>
          <ac:spMkLst>
            <pc:docMk/>
            <pc:sldMk cId="0" sldId="302"/>
            <ac:spMk id="3" creationId="{00000000-0000-0000-0000-000000000000}"/>
          </ac:spMkLst>
        </pc:spChg>
      </pc:sldChg>
      <pc:sldChg chg="modSp add mod">
        <pc:chgData name="Peter Bernhardt" userId="f2333933-0b12-4d6e-972f-f87625423892" providerId="ADAL" clId="{34DA1458-4058-4912-885C-C6A06A12728D}" dt="2026-03-23T16:15:41.688" v="471" actId="404"/>
        <pc:sldMkLst>
          <pc:docMk/>
          <pc:sldMk cId="0" sldId="303"/>
        </pc:sldMkLst>
        <pc:spChg chg="mod">
          <ac:chgData name="Peter Bernhardt" userId="f2333933-0b12-4d6e-972f-f87625423892" providerId="ADAL" clId="{34DA1458-4058-4912-885C-C6A06A12728D}" dt="2026-03-23T16:15:41.688" v="471" actId="404"/>
          <ac:spMkLst>
            <pc:docMk/>
            <pc:sldMk cId="0" sldId="303"/>
            <ac:spMk id="3" creationId="{00000000-0000-0000-0000-000000000000}"/>
          </ac:spMkLst>
        </pc:spChg>
      </pc:sldChg>
      <pc:sldChg chg="modSp add mod">
        <pc:chgData name="Peter Bernhardt" userId="f2333933-0b12-4d6e-972f-f87625423892" providerId="ADAL" clId="{34DA1458-4058-4912-885C-C6A06A12728D}" dt="2026-03-23T16:19:09.384" v="708" actId="20577"/>
        <pc:sldMkLst>
          <pc:docMk/>
          <pc:sldMk cId="0" sldId="304"/>
        </pc:sldMkLst>
        <pc:spChg chg="mod">
          <ac:chgData name="Peter Bernhardt" userId="f2333933-0b12-4d6e-972f-f87625423892" providerId="ADAL" clId="{34DA1458-4058-4912-885C-C6A06A12728D}" dt="2026-03-23T16:19:09.384" v="708" actId="20577"/>
          <ac:spMkLst>
            <pc:docMk/>
            <pc:sldMk cId="0" sldId="304"/>
            <ac:spMk id="2" creationId="{00000000-0000-0000-0000-000000000000}"/>
          </ac:spMkLst>
        </pc:spChg>
        <pc:spChg chg="mod">
          <ac:chgData name="Peter Bernhardt" userId="f2333933-0b12-4d6e-972f-f87625423892" providerId="ADAL" clId="{34DA1458-4058-4912-885C-C6A06A12728D}" dt="2026-03-23T16:18:59.948" v="697" actId="27636"/>
          <ac:spMkLst>
            <pc:docMk/>
            <pc:sldMk cId="0" sldId="304"/>
            <ac:spMk id="3" creationId="{00000000-0000-0000-0000-000000000000}"/>
          </ac:spMkLst>
        </pc:spChg>
      </pc:sldChg>
      <pc:sldChg chg="add">
        <pc:chgData name="Peter Bernhardt" userId="f2333933-0b12-4d6e-972f-f87625423892" providerId="ADAL" clId="{34DA1458-4058-4912-885C-C6A06A12728D}" dt="2026-03-23T15:44:58.832" v="0"/>
        <pc:sldMkLst>
          <pc:docMk/>
          <pc:sldMk cId="0" sldId="305"/>
        </pc:sldMkLst>
      </pc:sldChg>
      <pc:sldChg chg="modSp add mod">
        <pc:chgData name="Peter Bernhardt" userId="f2333933-0b12-4d6e-972f-f87625423892" providerId="ADAL" clId="{34DA1458-4058-4912-885C-C6A06A12728D}" dt="2026-03-23T15:45:36.691" v="21" actId="27636"/>
        <pc:sldMkLst>
          <pc:docMk/>
          <pc:sldMk cId="0" sldId="306"/>
        </pc:sldMkLst>
        <pc:spChg chg="mod">
          <ac:chgData name="Peter Bernhardt" userId="f2333933-0b12-4d6e-972f-f87625423892" providerId="ADAL" clId="{34DA1458-4058-4912-885C-C6A06A12728D}" dt="2026-03-23T15:45:36.691" v="21" actId="27636"/>
          <ac:spMkLst>
            <pc:docMk/>
            <pc:sldMk cId="0" sldId="306"/>
            <ac:spMk id="3" creationId="{00000000-0000-0000-0000-000000000000}"/>
          </ac:spMkLst>
        </pc:spChg>
      </pc:sldChg>
      <pc:sldChg chg="addSp delSp modSp add mod chgLayout">
        <pc:chgData name="Peter Bernhardt" userId="f2333933-0b12-4d6e-972f-f87625423892" providerId="ADAL" clId="{34DA1458-4058-4912-885C-C6A06A12728D}" dt="2026-03-23T15:48:00.223" v="45" actId="6264"/>
        <pc:sldMkLst>
          <pc:docMk/>
          <pc:sldMk cId="0" sldId="307"/>
        </pc:sldMkLst>
        <pc:spChg chg="mod ord">
          <ac:chgData name="Peter Bernhardt" userId="f2333933-0b12-4d6e-972f-f87625423892" providerId="ADAL" clId="{34DA1458-4058-4912-885C-C6A06A12728D}" dt="2026-03-23T15:48:00.223" v="45" actId="6264"/>
          <ac:spMkLst>
            <pc:docMk/>
            <pc:sldMk cId="0" sldId="307"/>
            <ac:spMk id="2" creationId="{00000000-0000-0000-0000-000000000000}"/>
          </ac:spMkLst>
        </pc:spChg>
        <pc:spChg chg="add mod ord">
          <ac:chgData name="Peter Bernhardt" userId="f2333933-0b12-4d6e-972f-f87625423892" providerId="ADAL" clId="{34DA1458-4058-4912-885C-C6A06A12728D}" dt="2026-03-23T15:48:00.223" v="45" actId="6264"/>
          <ac:spMkLst>
            <pc:docMk/>
            <pc:sldMk cId="0" sldId="307"/>
            <ac:spMk id="4" creationId="{CFC4B972-1D0E-D5BE-BE6C-17B1F8ED4462}"/>
          </ac:spMkLst>
        </pc:spChg>
      </pc:sldChg>
      <pc:sldChg chg="modSp add mod">
        <pc:chgData name="Peter Bernhardt" userId="f2333933-0b12-4d6e-972f-f87625423892" providerId="ADAL" clId="{34DA1458-4058-4912-885C-C6A06A12728D}" dt="2026-03-23T16:19:38.797" v="713" actId="313"/>
        <pc:sldMkLst>
          <pc:docMk/>
          <pc:sldMk cId="0" sldId="308"/>
        </pc:sldMkLst>
        <pc:spChg chg="mod">
          <ac:chgData name="Peter Bernhardt" userId="f2333933-0b12-4d6e-972f-f87625423892" providerId="ADAL" clId="{34DA1458-4058-4912-885C-C6A06A12728D}" dt="2026-03-23T16:19:38.797" v="713" actId="313"/>
          <ac:spMkLst>
            <pc:docMk/>
            <pc:sldMk cId="0" sldId="308"/>
            <ac:spMk id="3" creationId="{00000000-0000-0000-0000-000000000000}"/>
          </ac:spMkLst>
        </pc:spChg>
      </pc:sldChg>
      <pc:sldChg chg="addSp delSp modSp add mod chgLayout">
        <pc:chgData name="Peter Bernhardt" userId="f2333933-0b12-4d6e-972f-f87625423892" providerId="ADAL" clId="{34DA1458-4058-4912-885C-C6A06A12728D}" dt="2026-03-23T15:48:15.800" v="48" actId="20577"/>
        <pc:sldMkLst>
          <pc:docMk/>
          <pc:sldMk cId="0" sldId="309"/>
        </pc:sldMkLst>
        <pc:spChg chg="mod ord">
          <ac:chgData name="Peter Bernhardt" userId="f2333933-0b12-4d6e-972f-f87625423892" providerId="ADAL" clId="{34DA1458-4058-4912-885C-C6A06A12728D}" dt="2026-03-23T15:48:09.668" v="47" actId="6264"/>
          <ac:spMkLst>
            <pc:docMk/>
            <pc:sldMk cId="0" sldId="309"/>
            <ac:spMk id="2" creationId="{00000000-0000-0000-0000-000000000000}"/>
          </ac:spMkLst>
        </pc:spChg>
        <pc:spChg chg="mod ord">
          <ac:chgData name="Peter Bernhardt" userId="f2333933-0b12-4d6e-972f-f87625423892" providerId="ADAL" clId="{34DA1458-4058-4912-885C-C6A06A12728D}" dt="2026-03-23T15:48:15.800" v="48" actId="20577"/>
          <ac:spMkLst>
            <pc:docMk/>
            <pc:sldMk cId="0" sldId="309"/>
            <ac:spMk id="3" creationId="{00000000-0000-0000-0000-000000000000}"/>
          </ac:spMkLst>
        </pc:spChg>
      </pc:sldChg>
      <pc:sldChg chg="modSp add mod">
        <pc:chgData name="Peter Bernhardt" userId="f2333933-0b12-4d6e-972f-f87625423892" providerId="ADAL" clId="{34DA1458-4058-4912-885C-C6A06A12728D}" dt="2026-03-23T15:59:40.694" v="234" actId="20577"/>
        <pc:sldMkLst>
          <pc:docMk/>
          <pc:sldMk cId="1785447344" sldId="310"/>
        </pc:sldMkLst>
        <pc:spChg chg="mod">
          <ac:chgData name="Peter Bernhardt" userId="f2333933-0b12-4d6e-972f-f87625423892" providerId="ADAL" clId="{34DA1458-4058-4912-885C-C6A06A12728D}" dt="2026-03-23T15:59:40.694" v="234" actId="20577"/>
          <ac:spMkLst>
            <pc:docMk/>
            <pc:sldMk cId="1785447344" sldId="310"/>
            <ac:spMk id="2" creationId="{A112F6E1-5BFD-5EB8-3892-A2CE238F1BD7}"/>
          </ac:spMkLst>
        </pc:spChg>
        <pc:spChg chg="mod">
          <ac:chgData name="Peter Bernhardt" userId="f2333933-0b12-4d6e-972f-f87625423892" providerId="ADAL" clId="{34DA1458-4058-4912-885C-C6A06A12728D}" dt="2026-03-23T15:59:24.065" v="216" actId="27636"/>
          <ac:spMkLst>
            <pc:docMk/>
            <pc:sldMk cId="1785447344" sldId="310"/>
            <ac:spMk id="3" creationId="{0018CBD9-E858-5E1C-C591-7BC1948C620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olienbildplatzhalt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5F5F9-C814-4F3A-BD20-A96DD549C0F1}" type="slidenum">
              <a:rPr lang="de-DE" smtClean="0"/>
              <a:t>‹Nr.›</a:t>
            </a:fld>
            <a:endParaRPr lang="de-DE"/>
          </a:p>
        </p:txBody>
      </p:sp>
    </p:spTree>
    <p:extLst>
      <p:ext uri="{BB962C8B-B14F-4D97-AF65-F5344CB8AC3E}">
        <p14:creationId xmlns:p14="http://schemas.microsoft.com/office/powerpoint/2010/main" val="120225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7" name="Rectangle 6"/>
          <p:cNvSpPr/>
          <p:nvPr/>
        </p:nvSpPr>
        <p:spPr>
          <a:xfrm>
            <a:off x="1787" y="4800600"/>
            <a:ext cx="6856214"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0" y="4750737"/>
            <a:ext cx="6856214"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617220" y="569214"/>
            <a:ext cx="5657850" cy="2674620"/>
          </a:xfrm>
        </p:spPr>
        <p:txBody>
          <a:bodyPr anchor="b">
            <a:normAutofit/>
          </a:bodyPr>
          <a:lstStyle>
            <a:lvl1pPr algn="l">
              <a:lnSpc>
                <a:spcPct val="85000"/>
              </a:lnSpc>
              <a:defRPr sz="4800" spc="-38" baseline="0">
                <a:solidFill>
                  <a:schemeClr val="tx1">
                    <a:lumMod val="85000"/>
                    <a:lumOff val="15000"/>
                  </a:schemeClr>
                </a:solidFill>
              </a:defRPr>
            </a:lvl1pPr>
          </a:lstStyle>
          <a:p>
            <a:r>
              <a:rPr lang="de-DE" dirty="0"/>
              <a:t>Mastertitelformat bearbeiten</a:t>
            </a:r>
            <a:endParaRPr lang="en-US" dirty="0"/>
          </a:p>
        </p:txBody>
      </p:sp>
      <p:sp>
        <p:nvSpPr>
          <p:cNvPr id="3" name="Subtitle 2"/>
          <p:cNvSpPr>
            <a:spLocks noGrp="1"/>
          </p:cNvSpPr>
          <p:nvPr>
            <p:ph type="subTitle" idx="1"/>
          </p:nvPr>
        </p:nvSpPr>
        <p:spPr>
          <a:xfrm>
            <a:off x="618779" y="3341716"/>
            <a:ext cx="565785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cxnSp>
        <p:nvCxnSpPr>
          <p:cNvPr id="9" name="Straight Connector 8"/>
          <p:cNvCxnSpPr/>
          <p:nvPr/>
        </p:nvCxnSpPr>
        <p:spPr>
          <a:xfrm>
            <a:off x="679308" y="3257550"/>
            <a:ext cx="55549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2138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normAutofit/>
          </a:bodyPr>
          <a:lstStyle>
            <a:lvl1pPr>
              <a:defRPr sz="1800"/>
            </a:lvl1pPr>
            <a:lvl2pPr>
              <a:defRPr sz="1600"/>
            </a:lvl2pPr>
            <a:lvl3pPr>
              <a:defRPr sz="1200"/>
            </a:lvl3pPr>
            <a:lvl4pPr>
              <a:defRPr sz="1200"/>
            </a:lvl4pPr>
            <a:lvl5pPr>
              <a:defRPr sz="1200"/>
            </a:lvl5p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723228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bschnitts-&#10;überschrift">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87" y="4800600"/>
            <a:ext cx="6856214"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0" y="4750737"/>
            <a:ext cx="6856214"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617220" y="569214"/>
            <a:ext cx="5657850" cy="2674620"/>
          </a:xfrm>
        </p:spPr>
        <p:txBody>
          <a:bodyPr anchor="b" anchorCtr="0">
            <a:normAutofit/>
          </a:bodyPr>
          <a:lstStyle>
            <a:lvl1pPr>
              <a:lnSpc>
                <a:spcPct val="85000"/>
              </a:lnSpc>
              <a:defRPr sz="3200" b="1">
                <a:solidFill>
                  <a:schemeClr val="tx1">
                    <a:lumMod val="85000"/>
                    <a:lumOff val="15000"/>
                  </a:schemeClr>
                </a:solidFill>
              </a:defRPr>
            </a:lvl1pPr>
          </a:lstStyle>
          <a:p>
            <a:r>
              <a:rPr lang="de-DE" dirty="0"/>
              <a:t>Mastertitelformat bearbeiten</a:t>
            </a:r>
            <a:endParaRPr lang="en-US" dirty="0"/>
          </a:p>
        </p:txBody>
      </p:sp>
      <p:sp>
        <p:nvSpPr>
          <p:cNvPr id="3" name="Text Placeholder 2"/>
          <p:cNvSpPr>
            <a:spLocks noGrp="1"/>
          </p:cNvSpPr>
          <p:nvPr>
            <p:ph type="body" idx="1"/>
          </p:nvPr>
        </p:nvSpPr>
        <p:spPr>
          <a:xfrm>
            <a:off x="617220" y="3339846"/>
            <a:ext cx="565785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241EB5C9-1307-BA42-ABA2-0BC069CD8E7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cxnSp>
        <p:nvCxnSpPr>
          <p:cNvPr id="9" name="Straight Connector 8"/>
          <p:cNvCxnSpPr/>
          <p:nvPr/>
        </p:nvCxnSpPr>
        <p:spPr>
          <a:xfrm>
            <a:off x="679308" y="3257550"/>
            <a:ext cx="55549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506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8" name="Title 7"/>
          <p:cNvSpPr>
            <a:spLocks noGrp="1"/>
          </p:cNvSpPr>
          <p:nvPr>
            <p:ph type="title"/>
          </p:nvPr>
        </p:nvSpPr>
        <p:spPr>
          <a:xfrm>
            <a:off x="617220" y="214953"/>
            <a:ext cx="5657850" cy="1088068"/>
          </a:xfrm>
        </p:spPr>
        <p:txBody>
          <a:bodyPr/>
          <a:lstStyle/>
          <a:p>
            <a:r>
              <a:rPr lang="de-DE"/>
              <a:t>Mastertitelformat bearbeiten</a:t>
            </a:r>
            <a:endParaRPr lang="en-US" dirty="0"/>
          </a:p>
        </p:txBody>
      </p:sp>
      <p:sp>
        <p:nvSpPr>
          <p:cNvPr id="3" name="Content Placeholder 2"/>
          <p:cNvSpPr>
            <a:spLocks noGrp="1"/>
          </p:cNvSpPr>
          <p:nvPr>
            <p:ph sz="half" idx="1"/>
          </p:nvPr>
        </p:nvSpPr>
        <p:spPr>
          <a:xfrm>
            <a:off x="617220" y="1384302"/>
            <a:ext cx="2777490" cy="3017519"/>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3497580" y="1384301"/>
            <a:ext cx="2777490" cy="301752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241EB5C9-1307-BA42-ABA2-0BC069CD8E7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4201339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a:xfrm>
            <a:off x="617220" y="214953"/>
            <a:ext cx="5657850" cy="1088068"/>
          </a:xfrm>
        </p:spPr>
        <p:txBody>
          <a:bodyPr/>
          <a:lstStyle/>
          <a:p>
            <a:r>
              <a:rPr lang="de-DE"/>
              <a:t>Mastertitelformat bearbeiten</a:t>
            </a:r>
            <a:endParaRPr lang="en-US" dirty="0"/>
          </a:p>
        </p:txBody>
      </p:sp>
      <p:sp>
        <p:nvSpPr>
          <p:cNvPr id="3" name="Text Placeholder 2"/>
          <p:cNvSpPr>
            <a:spLocks noGrp="1"/>
          </p:cNvSpPr>
          <p:nvPr>
            <p:ph type="body" idx="1"/>
          </p:nvPr>
        </p:nvSpPr>
        <p:spPr>
          <a:xfrm>
            <a:off x="617220" y="1384539"/>
            <a:ext cx="277749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4" name="Content Placeholder 3"/>
          <p:cNvSpPr>
            <a:spLocks noGrp="1"/>
          </p:cNvSpPr>
          <p:nvPr>
            <p:ph sz="half" idx="2"/>
          </p:nvPr>
        </p:nvSpPr>
        <p:spPr>
          <a:xfrm>
            <a:off x="617220" y="1936751"/>
            <a:ext cx="2777490" cy="246507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3497580" y="1384539"/>
            <a:ext cx="277749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de-DE"/>
              <a:t>Mastertextformat bearbeiten</a:t>
            </a:r>
          </a:p>
        </p:txBody>
      </p:sp>
      <p:sp>
        <p:nvSpPr>
          <p:cNvPr id="6" name="Content Placeholder 5"/>
          <p:cNvSpPr>
            <a:spLocks noGrp="1"/>
          </p:cNvSpPr>
          <p:nvPr>
            <p:ph sz="quarter" idx="4"/>
          </p:nvPr>
        </p:nvSpPr>
        <p:spPr>
          <a:xfrm>
            <a:off x="3497580" y="1936751"/>
            <a:ext cx="2777490" cy="246507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241EB5C9-1307-BA42-ABA2-0BC069CD8E7F}" type="datetimeFigureOut">
              <a:rPr lang="en-US" smtClean="0"/>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281547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241EB5C9-1307-BA42-ABA2-0BC069CD8E7F}" type="datetimeFigureOut">
              <a:rPr lang="en-US" smtClean="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940716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5" name="Rectangle 4"/>
          <p:cNvSpPr/>
          <p:nvPr/>
        </p:nvSpPr>
        <p:spPr>
          <a:xfrm>
            <a:off x="1787" y="4800600"/>
            <a:ext cx="6856214"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0" y="4750737"/>
            <a:ext cx="6856214"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41EB5C9-1307-BA42-ABA2-0BC069CD8E7F}" type="datetimeFigureOut">
              <a:rPr lang="en-US" smtClean="0"/>
              <a:t>4/2/2026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60207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Inhalt mit Überschrift">
    <p:spTree>
      <p:nvGrpSpPr>
        <p:cNvPr id="1" name=""/>
        <p:cNvGrpSpPr/>
        <p:nvPr/>
      </p:nvGrpSpPr>
      <p:grpSpPr>
        <a:xfrm>
          <a:off x="0" y="0"/>
          <a:ext cx="0" cy="0"/>
          <a:chOff x="0" y="0"/>
          <a:chExt cx="0" cy="0"/>
        </a:xfrm>
      </p:grpSpPr>
      <p:sp>
        <p:nvSpPr>
          <p:cNvPr id="8" name="Rectangle 7"/>
          <p:cNvSpPr/>
          <p:nvPr/>
        </p:nvSpPr>
        <p:spPr>
          <a:xfrm>
            <a:off x="10" y="0"/>
            <a:ext cx="227857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2272540" y="0"/>
            <a:ext cx="36005"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257175" y="445769"/>
            <a:ext cx="1800225" cy="1714500"/>
          </a:xfrm>
        </p:spPr>
        <p:txBody>
          <a:bodyPr anchor="b">
            <a:normAutofit/>
          </a:bodyPr>
          <a:lstStyle>
            <a:lvl1pPr>
              <a:defRPr sz="2700" b="0">
                <a:solidFill>
                  <a:srgbClr val="FFFFFF"/>
                </a:solidFill>
              </a:defRPr>
            </a:lvl1pPr>
          </a:lstStyle>
          <a:p>
            <a:r>
              <a:rPr lang="de-DE"/>
              <a:t>Mastertitelformat bearbeiten</a:t>
            </a:r>
            <a:endParaRPr lang="en-US" dirty="0"/>
          </a:p>
        </p:txBody>
      </p:sp>
      <p:sp>
        <p:nvSpPr>
          <p:cNvPr id="3" name="Content Placeholder 2"/>
          <p:cNvSpPr>
            <a:spLocks noGrp="1"/>
          </p:cNvSpPr>
          <p:nvPr>
            <p:ph idx="1"/>
          </p:nvPr>
        </p:nvSpPr>
        <p:spPr>
          <a:xfrm>
            <a:off x="2700338" y="548640"/>
            <a:ext cx="3651885" cy="394335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257175" y="2194560"/>
            <a:ext cx="1800225" cy="2534343"/>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Mastertextformat bearbeiten</a:t>
            </a:r>
          </a:p>
        </p:txBody>
      </p:sp>
      <p:sp>
        <p:nvSpPr>
          <p:cNvPr id="5" name="Date Placeholder 4"/>
          <p:cNvSpPr>
            <a:spLocks noGrp="1"/>
          </p:cNvSpPr>
          <p:nvPr>
            <p:ph type="dt" sz="half" idx="10"/>
          </p:nvPr>
        </p:nvSpPr>
        <p:spPr>
          <a:xfrm>
            <a:off x="261851" y="4844840"/>
            <a:ext cx="1472912" cy="273844"/>
          </a:xfrm>
        </p:spPr>
        <p:txBody>
          <a:bodyPr/>
          <a:lstStyle>
            <a:lvl1pPr algn="l">
              <a:defRPr/>
            </a:lvl1pPr>
          </a:lstStyle>
          <a:p>
            <a:fld id="{241EB5C9-1307-BA42-ABA2-0BC069CD8E7F}" type="datetimeFigureOut">
              <a:rPr lang="en-US" smtClean="0"/>
              <a:t>4/2/2026</a:t>
            </a:fld>
            <a:endParaRPr lang="en-US"/>
          </a:p>
        </p:txBody>
      </p:sp>
      <p:sp>
        <p:nvSpPr>
          <p:cNvPr id="6" name="Footer Placeholder 5"/>
          <p:cNvSpPr>
            <a:spLocks noGrp="1"/>
          </p:cNvSpPr>
          <p:nvPr>
            <p:ph type="ftr" sz="quarter" idx="11"/>
          </p:nvPr>
        </p:nvSpPr>
        <p:spPr>
          <a:xfrm>
            <a:off x="2700337" y="4844840"/>
            <a:ext cx="2614613" cy="273844"/>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EF2332-01BF-834F-8236-50238282D533}" type="slidenum">
              <a:rPr lang="en-US" smtClean="0"/>
              <a:t>‹Nr.›</a:t>
            </a:fld>
            <a:endParaRPr lang="en-US"/>
          </a:p>
        </p:txBody>
      </p:sp>
    </p:spTree>
    <p:extLst>
      <p:ext uri="{BB962C8B-B14F-4D97-AF65-F5344CB8AC3E}">
        <p14:creationId xmlns:p14="http://schemas.microsoft.com/office/powerpoint/2010/main" val="262045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ild mit Überschrift">
    <p:spTree>
      <p:nvGrpSpPr>
        <p:cNvPr id="1" name=""/>
        <p:cNvGrpSpPr/>
        <p:nvPr/>
      </p:nvGrpSpPr>
      <p:grpSpPr>
        <a:xfrm>
          <a:off x="0" y="0"/>
          <a:ext cx="0" cy="0"/>
          <a:chOff x="0" y="0"/>
          <a:chExt cx="0" cy="0"/>
        </a:xfrm>
      </p:grpSpPr>
      <p:sp>
        <p:nvSpPr>
          <p:cNvPr id="8" name="Rectangle 7"/>
          <p:cNvSpPr/>
          <p:nvPr/>
        </p:nvSpPr>
        <p:spPr>
          <a:xfrm>
            <a:off x="1" y="3714750"/>
            <a:ext cx="6856214"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 y="3686307"/>
            <a:ext cx="6856214"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17220" y="3806190"/>
            <a:ext cx="5692140" cy="617220"/>
          </a:xfrm>
        </p:spPr>
        <p:txBody>
          <a:bodyPr tIns="0" bIns="0" anchor="b">
            <a:noAutofit/>
          </a:bodyPr>
          <a:lstStyle>
            <a:lvl1pPr>
              <a:defRPr sz="2700" b="0">
                <a:solidFill>
                  <a:srgbClr val="FFFFFF"/>
                </a:solidFill>
              </a:defRPr>
            </a:lvl1pPr>
          </a:lstStyle>
          <a:p>
            <a:r>
              <a:rPr lang="de-DE"/>
              <a:t>Mastertitelformat bearbeiten</a:t>
            </a:r>
            <a:endParaRPr lang="en-US" dirty="0"/>
          </a:p>
        </p:txBody>
      </p:sp>
      <p:sp>
        <p:nvSpPr>
          <p:cNvPr id="3" name="Picture Placeholder 2"/>
          <p:cNvSpPr>
            <a:spLocks noGrp="1" noChangeAspect="1"/>
          </p:cNvSpPr>
          <p:nvPr>
            <p:ph type="pic" idx="1"/>
          </p:nvPr>
        </p:nvSpPr>
        <p:spPr>
          <a:xfrm>
            <a:off x="9" y="0"/>
            <a:ext cx="6857992" cy="3686307"/>
          </a:xfrm>
          <a:solidFill>
            <a:schemeClr val="bg2">
              <a:lumMod val="90000"/>
            </a:schemeClr>
          </a:solidFill>
        </p:spPr>
        <p:txBody>
          <a:bodyPr lIns="457200" tIns="45720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de-DE"/>
              <a:t>Bild durch Klicken auf Symbol hinzufügen</a:t>
            </a:r>
            <a:endParaRPr lang="en-US" dirty="0"/>
          </a:p>
        </p:txBody>
      </p:sp>
      <p:sp>
        <p:nvSpPr>
          <p:cNvPr id="4" name="Text Placeholder 3"/>
          <p:cNvSpPr>
            <a:spLocks noGrp="1"/>
          </p:cNvSpPr>
          <p:nvPr>
            <p:ph type="body" sz="half" idx="2"/>
          </p:nvPr>
        </p:nvSpPr>
        <p:spPr>
          <a:xfrm>
            <a:off x="617220" y="4430268"/>
            <a:ext cx="5692140" cy="44577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de-DE"/>
              <a:t>Mastertextformat bearbeiten</a:t>
            </a:r>
          </a:p>
        </p:txBody>
      </p:sp>
      <p:sp>
        <p:nvSpPr>
          <p:cNvPr id="5" name="Date Placeholder 4"/>
          <p:cNvSpPr>
            <a:spLocks noGrp="1"/>
          </p:cNvSpPr>
          <p:nvPr>
            <p:ph type="dt" sz="half" idx="10"/>
          </p:nvPr>
        </p:nvSpPr>
        <p:spPr/>
        <p:txBody>
          <a:bodyPr/>
          <a:lstStyle/>
          <a:p>
            <a:fld id="{241EB5C9-1307-BA42-ABA2-0BC069CD8E7F}" type="datetimeFigureOut">
              <a:rPr lang="en-US" smtClean="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5798303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60493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kaler Titel und Text">
    <p:spTree>
      <p:nvGrpSpPr>
        <p:cNvPr id="1" name=""/>
        <p:cNvGrpSpPr/>
        <p:nvPr/>
      </p:nvGrpSpPr>
      <p:grpSpPr>
        <a:xfrm>
          <a:off x="0" y="0"/>
          <a:ext cx="0" cy="0"/>
          <a:chOff x="0" y="0"/>
          <a:chExt cx="0" cy="0"/>
        </a:xfrm>
      </p:grpSpPr>
      <p:sp>
        <p:nvSpPr>
          <p:cNvPr id="7" name="Rectangle 6"/>
          <p:cNvSpPr/>
          <p:nvPr/>
        </p:nvSpPr>
        <p:spPr>
          <a:xfrm>
            <a:off x="1787" y="4800600"/>
            <a:ext cx="6856214"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0" y="4750737"/>
            <a:ext cx="6856214"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4907757" y="309226"/>
            <a:ext cx="1478756" cy="4319924"/>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471488" y="309226"/>
            <a:ext cx="4350544" cy="4319924"/>
          </a:xfrm>
        </p:spPr>
        <p:txBody>
          <a:bodyPr vert="eaVert" lIns="45720" tIns="0" rIns="45720" bIns="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241EB5C9-1307-BA42-ABA2-0BC069CD8E7F}" type="datetimeFigureOut">
              <a:rPr lang="en-US" smtClean="0"/>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155916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4800600"/>
            <a:ext cx="6858001"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4750737"/>
            <a:ext cx="6858001"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17220" y="214953"/>
            <a:ext cx="5657850" cy="820429"/>
          </a:xfrm>
          <a:prstGeom prst="rect">
            <a:avLst/>
          </a:prstGeom>
        </p:spPr>
        <p:txBody>
          <a:bodyPr vert="horz" lIns="91440" tIns="45720" rIns="91440" bIns="45720" rtlCol="0" anchor="b">
            <a:normAutofit/>
          </a:bodyPr>
          <a:lstStyle/>
          <a:p>
            <a:r>
              <a:rPr lang="de-DE" dirty="0"/>
              <a:t>Mastertitelformat bearbeiten</a:t>
            </a:r>
            <a:endParaRPr lang="en-US" dirty="0"/>
          </a:p>
        </p:txBody>
      </p:sp>
      <p:sp>
        <p:nvSpPr>
          <p:cNvPr id="3" name="Text Placeholder 2"/>
          <p:cNvSpPr>
            <a:spLocks noGrp="1"/>
          </p:cNvSpPr>
          <p:nvPr>
            <p:ph type="body" idx="1"/>
          </p:nvPr>
        </p:nvSpPr>
        <p:spPr>
          <a:xfrm>
            <a:off x="617219" y="1103179"/>
            <a:ext cx="5657851" cy="3603318"/>
          </a:xfrm>
          <a:prstGeom prst="rect">
            <a:avLst/>
          </a:prstGeom>
        </p:spPr>
        <p:txBody>
          <a:bodyPr vert="horz" lIns="0" tIns="45720" rIns="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17221" y="4844840"/>
            <a:ext cx="1390652" cy="273844"/>
          </a:xfrm>
          <a:prstGeom prst="rect">
            <a:avLst/>
          </a:prstGeom>
        </p:spPr>
        <p:txBody>
          <a:bodyPr vert="horz" lIns="91440" tIns="45720" rIns="91440" bIns="45720" rtlCol="0" anchor="ctr"/>
          <a:lstStyle>
            <a:lvl1pPr algn="l">
              <a:defRPr sz="675">
                <a:solidFill>
                  <a:srgbClr val="FFFFFF"/>
                </a:solidFill>
              </a:defRPr>
            </a:lvl1pPr>
          </a:lstStyle>
          <a:p>
            <a:fld id="{241EB5C9-1307-BA42-ABA2-0BC069CD8E7F}" type="datetimeFigureOut">
              <a:rPr lang="en-US" smtClean="0"/>
              <a:t>4/2/2026</a:t>
            </a:fld>
            <a:endParaRPr lang="en-US"/>
          </a:p>
        </p:txBody>
      </p:sp>
      <p:sp>
        <p:nvSpPr>
          <p:cNvPr id="5" name="Footer Placeholder 4"/>
          <p:cNvSpPr>
            <a:spLocks noGrp="1"/>
          </p:cNvSpPr>
          <p:nvPr>
            <p:ph type="ftr" sz="quarter" idx="3"/>
          </p:nvPr>
        </p:nvSpPr>
        <p:spPr>
          <a:xfrm>
            <a:off x="2073480" y="4844840"/>
            <a:ext cx="2712827"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5569009" y="4844840"/>
            <a:ext cx="738014" cy="273844"/>
          </a:xfrm>
          <a:prstGeom prst="rect">
            <a:avLst/>
          </a:prstGeom>
        </p:spPr>
        <p:txBody>
          <a:bodyPr vert="horz" lIns="91440" tIns="45720" rIns="91440" bIns="45720" rtlCol="0" anchor="ctr"/>
          <a:lstStyle>
            <a:lvl1pPr algn="r">
              <a:defRPr sz="788">
                <a:solidFill>
                  <a:srgbClr val="FFFFFF"/>
                </a:solidFill>
              </a:defRPr>
            </a:lvl1pPr>
          </a:lstStyle>
          <a:p>
            <a:fld id="{C5EF2332-01BF-834F-8236-50238282D533}" type="slidenum">
              <a:rPr lang="en-US" smtClean="0"/>
              <a:t>‹Nr.›</a:t>
            </a:fld>
            <a:endParaRPr lang="en-US"/>
          </a:p>
        </p:txBody>
      </p:sp>
      <p:cxnSp>
        <p:nvCxnSpPr>
          <p:cNvPr id="10" name="Straight Connector 9"/>
          <p:cNvCxnSpPr/>
          <p:nvPr/>
        </p:nvCxnSpPr>
        <p:spPr>
          <a:xfrm>
            <a:off x="671362" y="1058938"/>
            <a:ext cx="560641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500752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685800" rtl="0" eaLnBrk="1" latinLnBrk="0" hangingPunct="1">
        <a:lnSpc>
          <a:spcPct val="85000"/>
        </a:lnSpc>
        <a:spcBef>
          <a:spcPct val="0"/>
        </a:spcBef>
        <a:buNone/>
        <a:defRPr sz="2800" b="1"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7220" y="569214"/>
            <a:ext cx="5657850" cy="2674620"/>
          </a:xfrm>
        </p:spPr>
        <p:txBody>
          <a:bodyPr/>
          <a:lstStyle/>
          <a:p>
            <a:r>
              <a:rPr lang="de-DE" dirty="0"/>
              <a:t>Objektorientierte Programmierung</a:t>
            </a:r>
          </a:p>
        </p:txBody>
      </p:sp>
      <p:sp>
        <p:nvSpPr>
          <p:cNvPr id="3" name="Subtitle 2"/>
          <p:cNvSpPr>
            <a:spLocks noGrp="1"/>
          </p:cNvSpPr>
          <p:nvPr>
            <p:ph type="subTitle" idx="1"/>
          </p:nvPr>
        </p:nvSpPr>
        <p:spPr>
          <a:xfrm>
            <a:off x="618779" y="3341716"/>
            <a:ext cx="5657850" cy="857250"/>
          </a:xfrm>
        </p:spPr>
        <p:txBody>
          <a:bodyPr>
            <a:normAutofit fontScale="92500" lnSpcReduction="20000"/>
          </a:bodyPr>
          <a:lstStyle/>
          <a:p>
            <a:r>
              <a:rPr lang="de-DE" dirty="0"/>
              <a:t>Woche 2: </a:t>
            </a:r>
            <a:br>
              <a:rPr lang="de-DE" dirty="0"/>
            </a:br>
            <a:r>
              <a:rPr lang="de-DE" dirty="0"/>
              <a:t>Design Patterns I – Struktur und Erzeugung</a:t>
            </a:r>
            <a:br>
              <a:rPr lang="de-DE" dirty="0"/>
            </a:br>
            <a:br>
              <a:rPr lang="de-DE" dirty="0"/>
            </a:br>
            <a:r>
              <a:rPr lang="de-DE" dirty="0"/>
              <a:t>Peter Bernhardt</a:t>
            </a:r>
          </a:p>
        </p:txBody>
      </p:sp>
      <p:sp>
        <p:nvSpPr>
          <p:cNvPr id="4" name="Date Placeholder 3"/>
          <p:cNvSpPr>
            <a:spLocks noGrp="1"/>
          </p:cNvSpPr>
          <p:nvPr>
            <p:ph type="dt" sz="half" idx="10"/>
          </p:nvPr>
        </p:nvSpPr>
        <p:spPr>
          <a:xfrm>
            <a:off x="617221" y="4844840"/>
            <a:ext cx="1390652" cy="273844"/>
          </a:xfrm>
        </p:spPr>
        <p:txBody>
          <a:bodyPr/>
          <a:lstStyle/>
          <a:p>
            <a:r>
              <a:rPr lang="de-DE"/>
              <a:t>März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de-DE"/>
              <a:t>Teil 1: Einführung in Design Patterns</a:t>
            </a:r>
          </a:p>
        </p:txBody>
      </p:sp>
      <p:sp>
        <p:nvSpPr>
          <p:cNvPr id="4" name="Textplatzhalter 3">
            <a:extLst>
              <a:ext uri="{FF2B5EF4-FFF2-40B4-BE49-F238E27FC236}">
                <a16:creationId xmlns:a16="http://schemas.microsoft.com/office/drawing/2014/main" id="{61D33691-4100-0A5C-1BA0-69F8C9DF0C10}"/>
              </a:ext>
            </a:extLst>
          </p:cNvPr>
          <p:cNvSpPr>
            <a:spLocks noGrp="1"/>
          </p:cNvSpPr>
          <p:nvPr>
            <p:ph type="body" idx="1"/>
          </p:nvPr>
        </p:nvSpPr>
        <p:spPr/>
        <p:txBody>
          <a:bodyPr/>
          <a:lstStyle/>
          <a:p>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Willkommen zu Woche 2</a:t>
            </a:r>
          </a:p>
        </p:txBody>
      </p:sp>
      <p:sp>
        <p:nvSpPr>
          <p:cNvPr id="3" name="Content Placeholder 2"/>
          <p:cNvSpPr>
            <a:spLocks noGrp="1"/>
          </p:cNvSpPr>
          <p:nvPr>
            <p:ph idx="1"/>
          </p:nvPr>
        </p:nvSpPr>
        <p:spPr>
          <a:xfrm>
            <a:off x="681859" y="1103179"/>
            <a:ext cx="5593211" cy="3603318"/>
          </a:xfrm>
        </p:spPr>
        <p:txBody>
          <a:bodyPr/>
          <a:lstStyle/>
          <a:p>
            <a:pPr marL="0" indent="0">
              <a:buNone/>
            </a:pPr>
            <a:r>
              <a:rPr lang="de-DE" dirty="0"/>
              <a:t>Nachdem wir uns in der ersten Woche mit Clean Code beschäftigt haben, gehen wir nun einen Schritt weiter: zum Software-Design. Wir schauen uns an, wie man architektonische Probleme löst, die immer wieder auftreten.</a:t>
            </a:r>
          </a:p>
          <a:p>
            <a:pPr marL="0" indent="0">
              <a:buNone/>
            </a:pPr>
            <a:r>
              <a:rPr lang="de-DE" b="1" dirty="0"/>
              <a:t>Lernziele:</a:t>
            </a:r>
          </a:p>
          <a:p>
            <a:pPr lvl="0"/>
            <a:r>
              <a:rPr lang="de-DE" dirty="0"/>
              <a:t>Das Konzept der Design Patterns verstehen.</a:t>
            </a:r>
          </a:p>
          <a:p>
            <a:pPr lvl="0"/>
            <a:r>
              <a:rPr lang="de-DE" dirty="0"/>
              <a:t>Erzeugungsmuster (Singleton, Factory Method) anwenden.</a:t>
            </a:r>
          </a:p>
          <a:p>
            <a:pPr lvl="0"/>
            <a:r>
              <a:rPr lang="de-DE" dirty="0"/>
              <a:t>Strukturmuster (Adapter, Decorator) in der Praxis nutzen.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Was sind Design Patterns?</a:t>
            </a:r>
          </a:p>
        </p:txBody>
      </p:sp>
      <p:sp>
        <p:nvSpPr>
          <p:cNvPr id="3" name="Content Placeholder 2"/>
          <p:cNvSpPr>
            <a:spLocks noGrp="1"/>
          </p:cNvSpPr>
          <p:nvPr>
            <p:ph idx="1"/>
          </p:nvPr>
        </p:nvSpPr>
        <p:spPr/>
        <p:txBody>
          <a:bodyPr/>
          <a:lstStyle/>
          <a:p>
            <a:pPr marL="0" indent="0">
              <a:buNone/>
            </a:pPr>
            <a:r>
              <a:rPr dirty="0"/>
              <a:t>Design Patterns (</a:t>
            </a:r>
            <a:r>
              <a:rPr dirty="0" err="1"/>
              <a:t>Entwurfsmuster</a:t>
            </a:r>
            <a:r>
              <a:rPr dirty="0"/>
              <a:t>) </a:t>
            </a:r>
            <a:r>
              <a:rPr dirty="0" err="1"/>
              <a:t>sind</a:t>
            </a:r>
            <a:r>
              <a:rPr dirty="0"/>
              <a:t> </a:t>
            </a:r>
            <a:r>
              <a:rPr dirty="0" err="1"/>
              <a:t>bewährte</a:t>
            </a:r>
            <a:r>
              <a:rPr dirty="0"/>
              <a:t> </a:t>
            </a:r>
            <a:r>
              <a:rPr dirty="0" err="1"/>
              <a:t>Lösungsschablonen</a:t>
            </a:r>
            <a:r>
              <a:rPr dirty="0"/>
              <a:t> für </a:t>
            </a:r>
            <a:r>
              <a:rPr dirty="0" err="1"/>
              <a:t>wiederkehrende</a:t>
            </a:r>
            <a:r>
              <a:rPr dirty="0"/>
              <a:t> </a:t>
            </a:r>
            <a:r>
              <a:rPr dirty="0" err="1"/>
              <a:t>Probleme</a:t>
            </a:r>
            <a:r>
              <a:rPr dirty="0"/>
              <a:t> </a:t>
            </a:r>
            <a:r>
              <a:rPr dirty="0" err="1"/>
              <a:t>im</a:t>
            </a:r>
            <a:r>
              <a:rPr dirty="0"/>
              <a:t> Software-Design.</a:t>
            </a:r>
          </a:p>
          <a:p>
            <a:pPr lvl="0"/>
            <a:r>
              <a:rPr dirty="0"/>
              <a:t>Sie </a:t>
            </a:r>
            <a:r>
              <a:rPr dirty="0" err="1"/>
              <a:t>wurden</a:t>
            </a:r>
            <a:r>
              <a:rPr dirty="0"/>
              <a:t> </a:t>
            </a:r>
            <a:r>
              <a:rPr dirty="0" err="1"/>
              <a:t>maßgeblich</a:t>
            </a:r>
            <a:r>
              <a:rPr dirty="0"/>
              <a:t> </a:t>
            </a:r>
            <a:r>
              <a:rPr dirty="0" err="1"/>
              <a:t>durch</a:t>
            </a:r>
            <a:r>
              <a:rPr dirty="0"/>
              <a:t> die “Gang of Four” (</a:t>
            </a:r>
            <a:r>
              <a:rPr dirty="0" err="1"/>
              <a:t>GoF</a:t>
            </a:r>
            <a:r>
              <a:rPr dirty="0"/>
              <a:t>) </a:t>
            </a:r>
            <a:r>
              <a:rPr dirty="0" err="1"/>
              <a:t>im</a:t>
            </a:r>
            <a:r>
              <a:rPr dirty="0"/>
              <a:t> Jahr 1994 </a:t>
            </a:r>
            <a:r>
              <a:rPr dirty="0" err="1"/>
              <a:t>formalisiert</a:t>
            </a:r>
            <a:r>
              <a:rPr dirty="0"/>
              <a:t>.</a:t>
            </a:r>
          </a:p>
          <a:p>
            <a:pPr lvl="0"/>
            <a:r>
              <a:rPr dirty="0"/>
              <a:t>Es </a:t>
            </a:r>
            <a:r>
              <a:rPr dirty="0" err="1"/>
              <a:t>sind</a:t>
            </a:r>
            <a:r>
              <a:rPr dirty="0"/>
              <a:t> </a:t>
            </a:r>
            <a:r>
              <a:rPr dirty="0" err="1"/>
              <a:t>keine</a:t>
            </a:r>
            <a:r>
              <a:rPr dirty="0"/>
              <a:t> </a:t>
            </a:r>
            <a:r>
              <a:rPr dirty="0" err="1"/>
              <a:t>fertigen</a:t>
            </a:r>
            <a:r>
              <a:rPr dirty="0"/>
              <a:t> Code-</a:t>
            </a:r>
            <a:r>
              <a:rPr dirty="0" err="1"/>
              <a:t>Schnipsel</a:t>
            </a:r>
            <a:r>
              <a:rPr dirty="0"/>
              <a:t>, </a:t>
            </a:r>
            <a:r>
              <a:rPr dirty="0" err="1"/>
              <a:t>sondern</a:t>
            </a:r>
            <a:r>
              <a:rPr dirty="0"/>
              <a:t> </a:t>
            </a:r>
            <a:r>
              <a:rPr dirty="0" err="1"/>
              <a:t>abstrakte</a:t>
            </a:r>
            <a:r>
              <a:rPr dirty="0"/>
              <a:t> </a:t>
            </a:r>
            <a:r>
              <a:rPr dirty="0" err="1"/>
              <a:t>Konzepte</a:t>
            </a:r>
            <a:r>
              <a:rPr dirty="0"/>
              <a:t>.</a:t>
            </a:r>
          </a:p>
          <a:p>
            <a:pPr lvl="0"/>
            <a:r>
              <a:rPr dirty="0"/>
              <a:t>Sie </a:t>
            </a:r>
            <a:r>
              <a:rPr dirty="0" err="1"/>
              <a:t>bilden</a:t>
            </a:r>
            <a:r>
              <a:rPr dirty="0"/>
              <a:t> </a:t>
            </a:r>
            <a:r>
              <a:rPr dirty="0" err="1"/>
              <a:t>ein</a:t>
            </a:r>
            <a:r>
              <a:rPr dirty="0"/>
              <a:t> </a:t>
            </a:r>
            <a:r>
              <a:rPr dirty="0" err="1"/>
              <a:t>gemeinsames</a:t>
            </a:r>
            <a:r>
              <a:rPr dirty="0"/>
              <a:t> </a:t>
            </a:r>
            <a:r>
              <a:rPr dirty="0" err="1"/>
              <a:t>Vokabular</a:t>
            </a:r>
            <a:r>
              <a:rPr dirty="0"/>
              <a:t> für </a:t>
            </a:r>
            <a:r>
              <a:rPr dirty="0" err="1"/>
              <a:t>Entwickler</a:t>
            </a:r>
            <a:r>
              <a:rPr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Warum</a:t>
            </a:r>
            <a:r>
              <a:rPr dirty="0"/>
              <a:t> Design Patterns in der Verwaltung?</a:t>
            </a:r>
          </a:p>
        </p:txBody>
      </p:sp>
      <p:sp>
        <p:nvSpPr>
          <p:cNvPr id="3" name="Content Placeholder 2"/>
          <p:cNvSpPr>
            <a:spLocks noGrp="1"/>
          </p:cNvSpPr>
          <p:nvPr>
            <p:ph idx="1"/>
          </p:nvPr>
        </p:nvSpPr>
        <p:spPr/>
        <p:txBody>
          <a:bodyPr/>
          <a:lstStyle/>
          <a:p>
            <a:pPr marL="0" indent="0">
              <a:buNone/>
            </a:pPr>
            <a:r>
              <a:rPr dirty="0" err="1"/>
              <a:t>Gerade</a:t>
            </a:r>
            <a:r>
              <a:rPr dirty="0"/>
              <a:t> in der </a:t>
            </a:r>
            <a:r>
              <a:rPr dirty="0" err="1"/>
              <a:t>Verwaltungsinformatik</a:t>
            </a:r>
            <a:r>
              <a:rPr dirty="0"/>
              <a:t> </a:t>
            </a:r>
            <a:r>
              <a:rPr dirty="0" err="1"/>
              <a:t>baut</a:t>
            </a:r>
            <a:r>
              <a:rPr dirty="0"/>
              <a:t> man Systeme für die “</a:t>
            </a:r>
            <a:r>
              <a:rPr dirty="0" err="1"/>
              <a:t>Ewigkeit</a:t>
            </a:r>
            <a:r>
              <a:rPr dirty="0"/>
              <a:t>”.</a:t>
            </a:r>
          </a:p>
          <a:p>
            <a:pPr lvl="0"/>
            <a:r>
              <a:rPr b="1" dirty="0"/>
              <a:t>Lange “</a:t>
            </a:r>
            <a:r>
              <a:rPr b="1" dirty="0" err="1"/>
              <a:t>Lebensdauer</a:t>
            </a:r>
            <a:r>
              <a:rPr b="1" dirty="0"/>
              <a:t>:</a:t>
            </a:r>
            <a:r>
              <a:rPr dirty="0"/>
              <a:t> </a:t>
            </a:r>
            <a:r>
              <a:rPr dirty="0" err="1"/>
              <a:t>Begrenzte</a:t>
            </a:r>
            <a:r>
              <a:rPr dirty="0"/>
              <a:t> Mittel </a:t>
            </a:r>
            <a:r>
              <a:rPr dirty="0" err="1"/>
              <a:t>bedingen</a:t>
            </a:r>
            <a:r>
              <a:rPr dirty="0"/>
              <a:t> </a:t>
            </a:r>
            <a:r>
              <a:rPr dirty="0" err="1"/>
              <a:t>lange</a:t>
            </a:r>
            <a:r>
              <a:rPr dirty="0"/>
              <a:t> </a:t>
            </a:r>
            <a:r>
              <a:rPr dirty="0" err="1"/>
              <a:t>Lebenszyklen</a:t>
            </a:r>
            <a:r>
              <a:rPr dirty="0"/>
              <a:t>.</a:t>
            </a:r>
          </a:p>
          <a:p>
            <a:pPr lvl="0"/>
            <a:r>
              <a:rPr b="1" dirty="0" err="1"/>
              <a:t>Gesetzesänderungen</a:t>
            </a:r>
            <a:r>
              <a:rPr b="1" dirty="0"/>
              <a:t>:</a:t>
            </a:r>
            <a:r>
              <a:rPr dirty="0"/>
              <a:t> </a:t>
            </a:r>
            <a:r>
              <a:rPr dirty="0" err="1"/>
              <a:t>Algorithmen</a:t>
            </a:r>
            <a:r>
              <a:rPr dirty="0"/>
              <a:t> </a:t>
            </a:r>
            <a:r>
              <a:rPr dirty="0" err="1"/>
              <a:t>ändern</a:t>
            </a:r>
            <a:r>
              <a:rPr dirty="0"/>
              <a:t> </a:t>
            </a:r>
            <a:r>
              <a:rPr dirty="0" err="1"/>
              <a:t>sich</a:t>
            </a:r>
            <a:r>
              <a:rPr dirty="0"/>
              <a:t>, das System muss </a:t>
            </a:r>
            <a:r>
              <a:rPr dirty="0" err="1"/>
              <a:t>flexibel</a:t>
            </a:r>
            <a:r>
              <a:rPr dirty="0"/>
              <a:t> </a:t>
            </a:r>
            <a:r>
              <a:rPr dirty="0" err="1"/>
              <a:t>bleiben</a:t>
            </a:r>
            <a:r>
              <a:rPr dirty="0"/>
              <a:t>.</a:t>
            </a:r>
          </a:p>
          <a:p>
            <a:pPr lvl="0"/>
            <a:r>
              <a:rPr b="1" dirty="0"/>
              <a:t>Legacy-Systeme:</a:t>
            </a:r>
            <a:r>
              <a:rPr dirty="0"/>
              <a:t> Wir </a:t>
            </a:r>
            <a:r>
              <a:rPr dirty="0" err="1"/>
              <a:t>müssen</a:t>
            </a:r>
            <a:r>
              <a:rPr dirty="0"/>
              <a:t> oft </a:t>
            </a:r>
            <a:r>
              <a:rPr dirty="0" err="1"/>
              <a:t>alte</a:t>
            </a:r>
            <a:r>
              <a:rPr dirty="0"/>
              <a:t> </a:t>
            </a:r>
            <a:r>
              <a:rPr dirty="0" err="1"/>
              <a:t>mit</a:t>
            </a:r>
            <a:r>
              <a:rPr dirty="0"/>
              <a:t> </a:t>
            </a:r>
            <a:r>
              <a:rPr dirty="0" err="1"/>
              <a:t>neuen</a:t>
            </a:r>
            <a:r>
              <a:rPr dirty="0"/>
              <a:t> </a:t>
            </a:r>
            <a:r>
              <a:rPr dirty="0" err="1"/>
              <a:t>Systemen</a:t>
            </a:r>
            <a:r>
              <a:rPr dirty="0"/>
              <a:t> </a:t>
            </a:r>
            <a:r>
              <a:rPr dirty="0" err="1"/>
              <a:t>verbinden</a:t>
            </a:r>
            <a:r>
              <a:rPr dirty="0"/>
              <a:t>.</a:t>
            </a:r>
          </a:p>
          <a:p>
            <a:pPr lvl="0"/>
            <a:r>
              <a:rPr lang="de-DE" dirty="0"/>
              <a:t>Entwurfsmuster</a:t>
            </a:r>
            <a:r>
              <a:rPr dirty="0"/>
              <a:t> </a:t>
            </a:r>
            <a:r>
              <a:rPr dirty="0" err="1"/>
              <a:t>helfen</a:t>
            </a:r>
            <a:r>
              <a:rPr dirty="0"/>
              <a:t> </a:t>
            </a:r>
            <a:r>
              <a:rPr dirty="0" err="1"/>
              <a:t>uns</a:t>
            </a:r>
            <a:r>
              <a:rPr dirty="0"/>
              <a:t>, </a:t>
            </a:r>
            <a:r>
              <a:rPr dirty="0" err="1"/>
              <a:t>robuste</a:t>
            </a:r>
            <a:r>
              <a:rPr dirty="0"/>
              <a:t>, </a:t>
            </a:r>
            <a:r>
              <a:rPr dirty="0" err="1"/>
              <a:t>erweiterbare</a:t>
            </a:r>
            <a:r>
              <a:rPr dirty="0"/>
              <a:t> und </a:t>
            </a:r>
            <a:r>
              <a:rPr dirty="0" err="1"/>
              <a:t>wartbare</a:t>
            </a:r>
            <a:r>
              <a:rPr dirty="0"/>
              <a:t> </a:t>
            </a:r>
            <a:r>
              <a:rPr dirty="0" err="1"/>
              <a:t>Architekturen</a:t>
            </a:r>
            <a:r>
              <a:rPr dirty="0"/>
              <a:t> </a:t>
            </a:r>
            <a:r>
              <a:rPr dirty="0" err="1"/>
              <a:t>zu</a:t>
            </a:r>
            <a:r>
              <a:rPr dirty="0"/>
              <a:t> </a:t>
            </a:r>
            <a:r>
              <a:rPr dirty="0" err="1"/>
              <a:t>schaffen</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Drei Kategorien von Mustern</a:t>
            </a:r>
          </a:p>
        </p:txBody>
      </p:sp>
      <p:sp>
        <p:nvSpPr>
          <p:cNvPr id="3" name="Content Placeholder 2"/>
          <p:cNvSpPr>
            <a:spLocks noGrp="1"/>
          </p:cNvSpPr>
          <p:nvPr>
            <p:ph idx="1"/>
          </p:nvPr>
        </p:nvSpPr>
        <p:spPr/>
        <p:txBody>
          <a:bodyPr/>
          <a:lstStyle/>
          <a:p>
            <a:pPr marL="0" indent="0">
              <a:buNone/>
            </a:pPr>
            <a:r>
              <a:t>Die GoF unterteilt Muster in drei Hauptkategorien:</a:t>
            </a:r>
          </a:p>
          <a:p>
            <a:pPr marL="257175" indent="-257175">
              <a:buAutoNum type="arabicPeriod"/>
            </a:pPr>
            <a:r>
              <a:rPr b="1"/>
              <a:t>Erzeugungsmuster (Creational):</a:t>
            </a:r>
            <a:r>
              <a:t> Wie werden Objekte flexibel erzeugt?</a:t>
            </a:r>
          </a:p>
          <a:p>
            <a:pPr marL="257175" indent="-257175">
              <a:buAutoNum type="arabicPeriod"/>
            </a:pPr>
            <a:r>
              <a:rPr b="1"/>
              <a:t>Strukturmuster (Structural):</a:t>
            </a:r>
            <a:r>
              <a:t> Wie werden Klassen und Objekte zu größeren Strukturen zusammengefügt?</a:t>
            </a:r>
          </a:p>
          <a:p>
            <a:pPr marL="257175" indent="-257175">
              <a:buAutoNum type="arabicPeriod"/>
            </a:pPr>
            <a:r>
              <a:rPr b="1"/>
              <a:t>Verhaltensmuster (Behavioral):</a:t>
            </a:r>
            <a:r>
              <a:t> Wie kommunizieren Objekte effizient miteinander?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Keine “Copy-Paste” Lösungen</a:t>
            </a:r>
          </a:p>
        </p:txBody>
      </p:sp>
      <p:sp>
        <p:nvSpPr>
          <p:cNvPr id="3" name="Content Placeholder 2"/>
          <p:cNvSpPr>
            <a:spLocks noGrp="1"/>
          </p:cNvSpPr>
          <p:nvPr>
            <p:ph idx="1"/>
          </p:nvPr>
        </p:nvSpPr>
        <p:spPr/>
        <p:txBody>
          <a:bodyPr/>
          <a:lstStyle/>
          <a:p>
            <a:pPr marL="0" indent="0">
              <a:buNone/>
            </a:pPr>
            <a:r>
              <a:t>Wichtig: Ein Design Pattern ist keine Bibliothek, die man einbindet.</a:t>
            </a:r>
          </a:p>
          <a:p>
            <a:pPr lvl="0"/>
            <a:r>
              <a:t>Sie müssen das Muster an Ihre spezifische Domäne (z.B. das Meldewesen) anpassen.</a:t>
            </a:r>
          </a:p>
          <a:p>
            <a:pPr lvl="0"/>
            <a:r>
              <a:t>Setzen Sie Muster nur ein, wenn Sie das entsprechende Problem haben (Vermeidung von Over-Engineering!).</a:t>
            </a:r>
          </a:p>
          <a:p>
            <a:pPr lvl="0"/>
            <a:r>
              <a:t>Die Abgenzung der Muster ist nicht immer einfach. Es sind keine “Schablonen”…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de-DE"/>
              <a:t>Teil 2: Das Singleton Pattern</a:t>
            </a:r>
          </a:p>
        </p:txBody>
      </p:sp>
      <p:sp>
        <p:nvSpPr>
          <p:cNvPr id="4" name="Textplatzhalter 3">
            <a:extLst>
              <a:ext uri="{FF2B5EF4-FFF2-40B4-BE49-F238E27FC236}">
                <a16:creationId xmlns:a16="http://schemas.microsoft.com/office/drawing/2014/main" id="{0993239A-5997-DE5F-A0EA-437C63DFB090}"/>
              </a:ext>
            </a:extLst>
          </p:cNvPr>
          <p:cNvSpPr>
            <a:spLocks noGrp="1"/>
          </p:cNvSpPr>
          <p:nvPr>
            <p:ph type="body" idx="1"/>
          </p:nvPr>
        </p:nvSpPr>
        <p:spPr/>
        <p:txBody>
          <a:bodyPr/>
          <a:lstStyle/>
          <a:p>
            <a:endParaRPr lang="de-D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Einführung: Singleton</a:t>
            </a:r>
          </a:p>
        </p:txBody>
      </p:sp>
      <p:sp>
        <p:nvSpPr>
          <p:cNvPr id="3" name="Content Placeholder 2"/>
          <p:cNvSpPr>
            <a:spLocks noGrp="1"/>
          </p:cNvSpPr>
          <p:nvPr>
            <p:ph idx="1"/>
          </p:nvPr>
        </p:nvSpPr>
        <p:spPr/>
        <p:txBody>
          <a:bodyPr/>
          <a:lstStyle/>
          <a:p>
            <a:pPr marL="0" indent="0">
              <a:buNone/>
            </a:pPr>
            <a:r>
              <a:rPr dirty="0"/>
              <a:t>Das Singleton-Muster </a:t>
            </a:r>
            <a:r>
              <a:rPr dirty="0" err="1"/>
              <a:t>gehört</a:t>
            </a:r>
            <a:r>
              <a:rPr dirty="0"/>
              <a:t> </a:t>
            </a:r>
            <a:r>
              <a:rPr dirty="0" err="1"/>
              <a:t>zu</a:t>
            </a:r>
            <a:r>
              <a:rPr dirty="0"/>
              <a:t> den </a:t>
            </a:r>
            <a:r>
              <a:rPr i="1" dirty="0" err="1"/>
              <a:t>Erzeugungsmustern</a:t>
            </a:r>
            <a:r>
              <a:rPr dirty="0"/>
              <a:t>. </a:t>
            </a:r>
            <a:endParaRPr lang="de-DE" dirty="0"/>
          </a:p>
          <a:p>
            <a:pPr marL="0" indent="0">
              <a:buNone/>
            </a:pPr>
            <a:r>
              <a:rPr dirty="0"/>
              <a:t>Es </a:t>
            </a:r>
            <a:r>
              <a:rPr dirty="0" err="1"/>
              <a:t>stellt</a:t>
            </a:r>
            <a:r>
              <a:rPr dirty="0"/>
              <a:t> </a:t>
            </a:r>
            <a:r>
              <a:rPr dirty="0" err="1"/>
              <a:t>sicher</a:t>
            </a:r>
            <a:r>
              <a:rPr dirty="0"/>
              <a:t>, </a:t>
            </a:r>
            <a:r>
              <a:rPr dirty="0" err="1"/>
              <a:t>dass</a:t>
            </a:r>
            <a:r>
              <a:rPr dirty="0"/>
              <a:t> von </a:t>
            </a:r>
            <a:r>
              <a:rPr dirty="0" err="1"/>
              <a:t>einer</a:t>
            </a:r>
            <a:r>
              <a:rPr dirty="0"/>
              <a:t> Klasse </a:t>
            </a:r>
            <a:r>
              <a:rPr b="1" dirty="0" err="1"/>
              <a:t>genau</a:t>
            </a:r>
            <a:r>
              <a:rPr b="1" dirty="0"/>
              <a:t> </a:t>
            </a:r>
            <a:r>
              <a:rPr b="1" dirty="0" err="1"/>
              <a:t>eine</a:t>
            </a:r>
            <a:r>
              <a:rPr b="1" dirty="0"/>
              <a:t> </a:t>
            </a:r>
            <a:r>
              <a:rPr b="1" dirty="0" err="1"/>
              <a:t>einzige</a:t>
            </a:r>
            <a:r>
              <a:rPr b="1" dirty="0"/>
              <a:t> Instanz</a:t>
            </a:r>
            <a:r>
              <a:rPr dirty="0"/>
              <a:t> </a:t>
            </a:r>
            <a:r>
              <a:rPr dirty="0" err="1"/>
              <a:t>existiert</a:t>
            </a:r>
            <a:r>
              <a:rPr dirty="0"/>
              <a:t> und </a:t>
            </a:r>
            <a:r>
              <a:rPr dirty="0" err="1"/>
              <a:t>bietet</a:t>
            </a:r>
            <a:r>
              <a:rPr dirty="0"/>
              <a:t> </a:t>
            </a:r>
            <a:r>
              <a:rPr dirty="0" err="1"/>
              <a:t>einen</a:t>
            </a:r>
            <a:r>
              <a:rPr dirty="0"/>
              <a:t> </a:t>
            </a:r>
            <a:r>
              <a:rPr dirty="0" err="1"/>
              <a:t>globalen</a:t>
            </a:r>
            <a:r>
              <a:rPr dirty="0"/>
              <a:t> </a:t>
            </a:r>
            <a:r>
              <a:rPr dirty="0" err="1"/>
              <a:t>Zugriffspunkt</a:t>
            </a:r>
            <a:r>
              <a:rPr dirty="0"/>
              <a:t> </a:t>
            </a:r>
            <a:r>
              <a:rPr dirty="0" err="1"/>
              <a:t>darauf</a:t>
            </a:r>
            <a:r>
              <a:rPr dirty="0"/>
              <a:t>.</a:t>
            </a:r>
            <a:endParaRPr lang="de-DE" dirty="0"/>
          </a:p>
          <a:p>
            <a:pPr marL="0" indent="0">
              <a:buNone/>
            </a:pPr>
            <a:endParaRPr lang="de-DE" dirty="0"/>
          </a:p>
          <a:p>
            <a:pPr marL="0" indent="0">
              <a:buNone/>
            </a:pPr>
            <a:r>
              <a:rPr lang="de-DE" b="1" dirty="0"/>
              <a:t>Problemstellung</a:t>
            </a:r>
          </a:p>
          <a:p>
            <a:pPr marL="0" indent="0">
              <a:buNone/>
            </a:pPr>
            <a:r>
              <a:rPr lang="de-DE" dirty="0"/>
              <a:t>Oft gibt es Ressourcen in einem System, die nur einmal vorhanden sein dürfen. Wenn Sie beispielsweise eine Konfigurationsdatei (Datenbankanbindung, etc.) nutzen, wollen Sie nicht, dass 10 verschiedene Module 10 verschiedene Kopien dieser Konfiguration im Speicher halt</a:t>
            </a:r>
          </a:p>
          <a:p>
            <a:pPr marL="0" indent="0">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Anwendung in der Verwaltung (Konfigurationsmanager)</a:t>
            </a:r>
          </a:p>
        </p:txBody>
      </p:sp>
      <p:sp>
        <p:nvSpPr>
          <p:cNvPr id="3" name="Content Placeholder 2"/>
          <p:cNvSpPr>
            <a:spLocks noGrp="1"/>
          </p:cNvSpPr>
          <p:nvPr>
            <p:ph idx="1"/>
          </p:nvPr>
        </p:nvSpPr>
        <p:spPr/>
        <p:txBody>
          <a:bodyPr/>
          <a:lstStyle/>
          <a:p>
            <a:pPr marL="0" indent="0">
              <a:buNone/>
            </a:pPr>
            <a:r>
              <a:rPr dirty="0" err="1"/>
              <a:t>Stellen</a:t>
            </a:r>
            <a:r>
              <a:rPr dirty="0"/>
              <a:t> Sie </a:t>
            </a:r>
            <a:r>
              <a:rPr dirty="0" err="1"/>
              <a:t>sich</a:t>
            </a:r>
            <a:r>
              <a:rPr dirty="0"/>
              <a:t> </a:t>
            </a:r>
            <a:r>
              <a:rPr dirty="0" err="1"/>
              <a:t>ein</a:t>
            </a:r>
            <a:r>
              <a:rPr dirty="0"/>
              <a:t> </a:t>
            </a:r>
            <a:r>
              <a:rPr dirty="0" err="1"/>
              <a:t>Fachverfahren</a:t>
            </a:r>
            <a:r>
              <a:rPr dirty="0"/>
              <a:t> </a:t>
            </a:r>
            <a:r>
              <a:rPr dirty="0" err="1"/>
              <a:t>vor</a:t>
            </a:r>
            <a:r>
              <a:rPr dirty="0"/>
              <a:t>. Es </a:t>
            </a:r>
            <a:r>
              <a:rPr dirty="0" err="1"/>
              <a:t>gibt</a:t>
            </a:r>
            <a:r>
              <a:rPr dirty="0"/>
              <a:t> </a:t>
            </a:r>
            <a:r>
              <a:rPr dirty="0" err="1"/>
              <a:t>zentrale</a:t>
            </a:r>
            <a:r>
              <a:rPr dirty="0"/>
              <a:t> </a:t>
            </a:r>
            <a:r>
              <a:rPr dirty="0" err="1"/>
              <a:t>Einstellungen</a:t>
            </a:r>
            <a:r>
              <a:rPr dirty="0"/>
              <a:t>:</a:t>
            </a:r>
          </a:p>
          <a:p>
            <a:pPr lvl="0">
              <a:buFont typeface="Symbol" panose="05050102010706020507" pitchFamily="18" charset="2"/>
              <a:buChar char="-"/>
            </a:pPr>
            <a:r>
              <a:rPr dirty="0"/>
              <a:t>URL des </a:t>
            </a:r>
            <a:r>
              <a:rPr dirty="0" err="1"/>
              <a:t>zentralen</a:t>
            </a:r>
            <a:r>
              <a:rPr dirty="0"/>
              <a:t> </a:t>
            </a:r>
            <a:r>
              <a:rPr dirty="0" err="1"/>
              <a:t>Melderegisters</a:t>
            </a:r>
            <a:endParaRPr dirty="0"/>
          </a:p>
          <a:p>
            <a:pPr lvl="0">
              <a:buFont typeface="Symbol" panose="05050102010706020507" pitchFamily="18" charset="2"/>
              <a:buChar char="-"/>
            </a:pPr>
            <a:r>
              <a:rPr dirty="0" err="1"/>
              <a:t>Aktuelle</a:t>
            </a:r>
            <a:r>
              <a:rPr dirty="0"/>
              <a:t> </a:t>
            </a:r>
            <a:r>
              <a:rPr dirty="0" err="1"/>
              <a:t>Mehrwertsteuersätze</a:t>
            </a:r>
            <a:endParaRPr dirty="0"/>
          </a:p>
          <a:p>
            <a:pPr lvl="0">
              <a:buFont typeface="Symbol" panose="05050102010706020507" pitchFamily="18" charset="2"/>
              <a:buChar char="-"/>
            </a:pPr>
            <a:r>
              <a:rPr dirty="0"/>
              <a:t>Name der </a:t>
            </a:r>
            <a:r>
              <a:rPr dirty="0" err="1"/>
              <a:t>ausführenden</a:t>
            </a:r>
            <a:r>
              <a:rPr dirty="0"/>
              <a:t> </a:t>
            </a:r>
            <a:r>
              <a:rPr dirty="0" err="1"/>
              <a:t>Behörde</a:t>
            </a:r>
            <a:endParaRPr dirty="0"/>
          </a:p>
          <a:p>
            <a:pPr marL="0" indent="0">
              <a:buNone/>
            </a:pPr>
            <a:r>
              <a:rPr dirty="0"/>
              <a:t>Ein </a:t>
            </a:r>
            <a:r>
              <a:rPr dirty="0" err="1">
                <a:latin typeface="Courier"/>
              </a:rPr>
              <a:t>KonfigurationsManager</a:t>
            </a:r>
            <a:r>
              <a:rPr dirty="0"/>
              <a:t> </a:t>
            </a:r>
            <a:r>
              <a:rPr dirty="0" err="1"/>
              <a:t>als</a:t>
            </a:r>
            <a:r>
              <a:rPr dirty="0"/>
              <a:t> Singleton </a:t>
            </a:r>
            <a:r>
              <a:rPr dirty="0" err="1"/>
              <a:t>stellt</a:t>
            </a:r>
            <a:r>
              <a:rPr dirty="0"/>
              <a:t> </a:t>
            </a:r>
            <a:r>
              <a:rPr dirty="0" err="1"/>
              <a:t>sicher</a:t>
            </a:r>
            <a:r>
              <a:rPr dirty="0"/>
              <a:t>, </a:t>
            </a:r>
            <a:r>
              <a:rPr dirty="0" err="1"/>
              <a:t>dass</a:t>
            </a:r>
            <a:r>
              <a:rPr dirty="0"/>
              <a:t> alle Module </a:t>
            </a:r>
            <a:r>
              <a:rPr dirty="0" err="1"/>
              <a:t>exakt</a:t>
            </a:r>
            <a:r>
              <a:rPr dirty="0"/>
              <a:t> </a:t>
            </a:r>
            <a:r>
              <a:rPr dirty="0" err="1"/>
              <a:t>denselben</a:t>
            </a:r>
            <a:r>
              <a:rPr dirty="0"/>
              <a:t> Stand </a:t>
            </a:r>
            <a:r>
              <a:rPr dirty="0" err="1"/>
              <a:t>dieser</a:t>
            </a:r>
            <a:r>
              <a:rPr dirty="0"/>
              <a:t> </a:t>
            </a:r>
            <a:r>
              <a:rPr dirty="0" err="1"/>
              <a:t>Daten</a:t>
            </a:r>
            <a:r>
              <a:rPr dirty="0"/>
              <a:t> </a:t>
            </a:r>
            <a:r>
              <a:rPr dirty="0" err="1"/>
              <a:t>nutzen</a:t>
            </a:r>
            <a:r>
              <a:rPr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Singleton: Die Eigenschaften</a:t>
            </a:r>
          </a:p>
        </p:txBody>
      </p:sp>
      <p:sp>
        <p:nvSpPr>
          <p:cNvPr id="3" name="Content Placeholder 2"/>
          <p:cNvSpPr>
            <a:spLocks noGrp="1"/>
          </p:cNvSpPr>
          <p:nvPr>
            <p:ph idx="1"/>
          </p:nvPr>
        </p:nvSpPr>
        <p:spPr/>
        <p:txBody>
          <a:bodyPr/>
          <a:lstStyle/>
          <a:p>
            <a:pPr marL="0" indent="0">
              <a:buNone/>
            </a:pPr>
            <a:r>
              <a:t>Wie erreicht man, dass eine Klasse nur einmal instanziiert werden kann?</a:t>
            </a:r>
          </a:p>
          <a:p>
            <a:pPr marL="257175" indent="-257175">
              <a:buAutoNum type="arabicPeriod"/>
            </a:pPr>
            <a:r>
              <a:t>Ein </a:t>
            </a:r>
            <a:r>
              <a:rPr b="1"/>
              <a:t>privater Konstruktor</a:t>
            </a:r>
            <a:r>
              <a:t> verhindert, dass jemand von außen </a:t>
            </a:r>
            <a:r>
              <a:rPr>
                <a:latin typeface="Courier"/>
              </a:rPr>
              <a:t>new</a:t>
            </a:r>
            <a:r>
              <a:t> aufruft.</a:t>
            </a:r>
          </a:p>
          <a:p>
            <a:pPr marL="257175" indent="-257175">
              <a:buAutoNum type="arabicPeriod"/>
            </a:pPr>
            <a:r>
              <a:t>Eine </a:t>
            </a:r>
            <a:r>
              <a:rPr b="1"/>
              <a:t>statische Variable</a:t>
            </a:r>
            <a:r>
              <a:t> hält die einzige Instanz.</a:t>
            </a:r>
          </a:p>
          <a:p>
            <a:pPr marL="257175" indent="-257175">
              <a:buAutoNum type="arabicPeriod"/>
            </a:pPr>
            <a:r>
              <a:t>Eine </a:t>
            </a:r>
            <a:r>
              <a:rPr b="1"/>
              <a:t>öffentliche statische Eigenschaft</a:t>
            </a:r>
            <a:r>
              <a:t> liefert diese Instanz zurück.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Singleton: Code (Felder &amp; Konstruktor)</a:t>
            </a:r>
          </a:p>
        </p:txBody>
      </p:sp>
      <p:sp>
        <p:nvSpPr>
          <p:cNvPr id="3" name="Content Placeholder 2"/>
          <p:cNvSpPr>
            <a:spLocks noGrp="1"/>
          </p:cNvSpPr>
          <p:nvPr>
            <p:ph idx="1"/>
          </p:nvPr>
        </p:nvSpPr>
        <p:spPr/>
        <p:txBody>
          <a:bodyPr>
            <a:normAutofit/>
          </a:bodyPr>
          <a:lstStyle/>
          <a:p>
            <a:pPr indent="0">
              <a:buNone/>
            </a:pP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sealed</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KonfigurationsManager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private</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err="1">
                <a:latin typeface="Consolas" panose="020B0609020204030204" pitchFamily="49" charset="0"/>
              </a:rPr>
              <a:t>KonfigurationsManager</a:t>
            </a:r>
            <a:r>
              <a:rPr sz="1200" dirty="0">
                <a:latin typeface="Consolas" panose="020B0609020204030204" pitchFamily="49" charset="0"/>
              </a:rPr>
              <a:t> _instance</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private</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b="1" dirty="0" err="1">
                <a:solidFill>
                  <a:srgbClr val="007020"/>
                </a:solidFill>
                <a:latin typeface="Consolas" panose="020B0609020204030204" pitchFamily="49" charset="0"/>
              </a:rPr>
              <a:t>readonly</a:t>
            </a:r>
            <a:r>
              <a:rPr sz="1200" dirty="0">
                <a:latin typeface="Consolas" panose="020B0609020204030204" pitchFamily="49" charset="0"/>
              </a:rPr>
              <a:t> </a:t>
            </a:r>
            <a:r>
              <a:rPr sz="1200" dirty="0">
                <a:solidFill>
                  <a:srgbClr val="902000"/>
                </a:solidFill>
                <a:latin typeface="Consolas" panose="020B0609020204030204" pitchFamily="49" charset="0"/>
              </a:rPr>
              <a:t>object</a:t>
            </a:r>
            <a:r>
              <a:rPr sz="1200" dirty="0">
                <a:latin typeface="Consolas" panose="020B0609020204030204" pitchFamily="49" charset="0"/>
              </a:rPr>
              <a:t> _lock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a:solidFill>
                  <a:srgbClr val="902000"/>
                </a:solidFill>
                <a:latin typeface="Consolas" panose="020B0609020204030204" pitchFamily="49" charset="0"/>
              </a:rPr>
              <a:t>object</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Privater</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Konstruktor</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verhindert</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Instanziierung</a:t>
            </a:r>
            <a:r>
              <a:rPr sz="1200" i="1" dirty="0">
                <a:solidFill>
                  <a:srgbClr val="60A0B0"/>
                </a:solidFill>
                <a:latin typeface="Consolas" panose="020B0609020204030204" pitchFamily="49" charset="0"/>
              </a:rPr>
              <a:t> von </a:t>
            </a:r>
            <a:r>
              <a:rPr sz="1200" i="1" dirty="0" err="1">
                <a:solidFill>
                  <a:srgbClr val="60A0B0"/>
                </a:solidFill>
                <a:latin typeface="Consolas" panose="020B0609020204030204" pitchFamily="49" charset="0"/>
              </a:rPr>
              <a:t>außen</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private</a:t>
            </a:r>
            <a:r>
              <a:rPr sz="1200" dirty="0">
                <a:latin typeface="Consolas" panose="020B0609020204030204" pitchFamily="49" charset="0"/>
              </a:rPr>
              <a:t> </a:t>
            </a:r>
            <a:r>
              <a:rPr sz="1200" dirty="0" err="1">
                <a:solidFill>
                  <a:srgbClr val="06287E"/>
                </a:solidFill>
                <a:latin typeface="Consolas" panose="020B0609020204030204" pitchFamily="49" charset="0"/>
              </a:rPr>
              <a:t>KonfigurationsManager</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RegisterUrl</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70A0"/>
                </a:solidFill>
                <a:latin typeface="Consolas" panose="020B0609020204030204" pitchFamily="49" charset="0"/>
              </a:rPr>
              <a:t>"https://zentralregister.behoerde.de/</a:t>
            </a:r>
            <a:r>
              <a:rPr sz="1200" dirty="0" err="1">
                <a:solidFill>
                  <a:srgbClr val="4070A0"/>
                </a:solidFill>
                <a:latin typeface="Consolas" panose="020B0609020204030204" pitchFamily="49" charset="0"/>
              </a:rPr>
              <a:t>api</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BehoerdenName</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Landesamt</a:t>
            </a:r>
            <a:r>
              <a:rPr sz="1200" dirty="0">
                <a:solidFill>
                  <a:srgbClr val="4070A0"/>
                </a:solidFill>
                <a:latin typeface="Consolas" panose="020B0609020204030204" pitchFamily="49" charset="0"/>
              </a:rPr>
              <a:t> für </a:t>
            </a:r>
            <a:r>
              <a:rPr sz="1200" dirty="0" err="1">
                <a:solidFill>
                  <a:srgbClr val="4070A0"/>
                </a:solidFill>
                <a:latin typeface="Consolas" panose="020B0609020204030204" pitchFamily="49" charset="0"/>
              </a:rPr>
              <a:t>Digitalisierung</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RegisterUrl</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get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BehoerdenName</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get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lang="de-DE" sz="1200" dirty="0">
                <a:solidFill>
                  <a:srgbClr val="666666"/>
                </a:solidFill>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a:t>
            </a:r>
            <a:endParaRPr lang="de-DE" sz="1200" i="1" dirty="0">
              <a:solidFill>
                <a:srgbClr val="60A0B0"/>
              </a:solidFill>
              <a:latin typeface="Consolas" panose="020B0609020204030204" pitchFamily="49" charset="0"/>
            </a:endParaRPr>
          </a:p>
          <a:p>
            <a:pPr indent="0">
              <a:buNone/>
            </a:pPr>
            <a:r>
              <a:rPr lang="de-DE" sz="1200" dirty="0">
                <a:solidFill>
                  <a:srgbClr val="60A0B0"/>
                </a:solidFill>
                <a:latin typeface="Consolas" panose="020B0609020204030204" pitchFamily="49" charset="0"/>
              </a:rPr>
              <a:t>}</a:t>
            </a:r>
            <a:endParaRPr sz="1200" dirty="0">
              <a:solidFill>
                <a:srgbClr val="60A0B0"/>
              </a:solidFill>
              <a:latin typeface="Consolas" panose="020B0609020204030204"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Singleton: Code (Thread-Safe Instance)</a:t>
            </a:r>
          </a:p>
        </p:txBody>
      </p:sp>
      <p:sp>
        <p:nvSpPr>
          <p:cNvPr id="3" name="Content Placeholder 2"/>
          <p:cNvSpPr>
            <a:spLocks noGrp="1"/>
          </p:cNvSpPr>
          <p:nvPr>
            <p:ph idx="1"/>
          </p:nvPr>
        </p:nvSpPr>
        <p:spPr/>
        <p:txBody>
          <a:bodyPr>
            <a:normAutofit lnSpcReduction="10000"/>
          </a:bodyPr>
          <a:lstStyle/>
          <a:p>
            <a:pPr indent="0">
              <a:buNone/>
            </a:pPr>
            <a:r>
              <a:rPr lang="de-DE" sz="1200" b="1" dirty="0" err="1">
                <a:solidFill>
                  <a:srgbClr val="007020"/>
                </a:solidFill>
                <a:latin typeface="Consolas" panose="020B0609020204030204" pitchFamily="49" charset="0"/>
              </a:rPr>
              <a:t>public</a:t>
            </a:r>
            <a:r>
              <a:rPr lang="de-DE" sz="1200" dirty="0">
                <a:latin typeface="Consolas" panose="020B0609020204030204" pitchFamily="49" charset="0"/>
              </a:rPr>
              <a:t> </a:t>
            </a:r>
            <a:r>
              <a:rPr lang="de-DE" sz="1200" b="1" dirty="0" err="1">
                <a:solidFill>
                  <a:srgbClr val="007020"/>
                </a:solidFill>
                <a:latin typeface="Consolas" panose="020B0609020204030204" pitchFamily="49" charset="0"/>
              </a:rPr>
              <a:t>sealed</a:t>
            </a:r>
            <a:r>
              <a:rPr lang="de-DE" sz="1200" dirty="0">
                <a:latin typeface="Consolas" panose="020B0609020204030204" pitchFamily="49" charset="0"/>
              </a:rPr>
              <a:t> </a:t>
            </a:r>
            <a:r>
              <a:rPr lang="de-DE" sz="1200" b="1" dirty="0" err="1">
                <a:solidFill>
                  <a:srgbClr val="007020"/>
                </a:solidFill>
                <a:latin typeface="Consolas" panose="020B0609020204030204" pitchFamily="49" charset="0"/>
              </a:rPr>
              <a:t>class</a:t>
            </a:r>
            <a:r>
              <a:rPr lang="de-DE" sz="1200" dirty="0">
                <a:latin typeface="Consolas" panose="020B0609020204030204" pitchFamily="49" charset="0"/>
              </a:rPr>
              <a:t> </a:t>
            </a:r>
            <a:r>
              <a:rPr lang="de-DE" sz="1200" dirty="0" err="1">
                <a:latin typeface="Consolas" panose="020B0609020204030204" pitchFamily="49" charset="0"/>
              </a:rPr>
              <a:t>KonfigurationsManager</a:t>
            </a:r>
            <a:br>
              <a:rPr lang="de-DE" sz="1200" dirty="0">
                <a:latin typeface="Consolas" panose="020B0609020204030204" pitchFamily="49" charset="0"/>
              </a:rPr>
            </a:br>
            <a:r>
              <a:rPr lang="de-DE" sz="1200" dirty="0">
                <a:solidFill>
                  <a:srgbClr val="666666"/>
                </a:solidFill>
                <a:latin typeface="Consolas" panose="020B0609020204030204" pitchFamily="49" charset="0"/>
              </a:rPr>
              <a:t>{</a:t>
            </a:r>
            <a:br>
              <a:rPr lang="de-DE" sz="1200" dirty="0">
                <a:latin typeface="Consolas" panose="020B0609020204030204" pitchFamily="49" charset="0"/>
              </a:rPr>
            </a:br>
            <a:r>
              <a:rPr lang="de-DE" sz="1200" dirty="0">
                <a:latin typeface="Consolas" panose="020B0609020204030204" pitchFamily="49" charset="0"/>
              </a:rPr>
              <a:t>    </a:t>
            </a:r>
            <a:r>
              <a:rPr lang="de-DE" sz="1200" i="1" dirty="0">
                <a:solidFill>
                  <a:srgbClr val="60A0B0"/>
                </a:solidFill>
                <a:latin typeface="Consolas" panose="020B0609020204030204" pitchFamily="49" charset="0"/>
              </a:rPr>
              <a:t>// ...</a:t>
            </a:r>
            <a:endParaRPr lang="de-DE" sz="1200" dirty="0">
              <a:latin typeface="Consolas" panose="020B0609020204030204" pitchFamily="49" charset="0"/>
            </a:endParaRPr>
          </a:p>
          <a:p>
            <a:pPr indent="0">
              <a:buNone/>
            </a:pP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err="1">
                <a:latin typeface="Consolas" panose="020B0609020204030204" pitchFamily="49" charset="0"/>
              </a:rPr>
              <a:t>KonfigurationsManager</a:t>
            </a:r>
            <a:r>
              <a:rPr sz="1200" dirty="0">
                <a:latin typeface="Consolas" panose="020B0609020204030204" pitchFamily="49" charset="0"/>
              </a:rPr>
              <a:t> Instance</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get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Thread-safe </a:t>
            </a:r>
            <a:r>
              <a:rPr sz="1200" i="1" dirty="0" err="1">
                <a:solidFill>
                  <a:srgbClr val="60A0B0"/>
                </a:solidFill>
                <a:latin typeface="Consolas" panose="020B0609020204030204" pitchFamily="49" charset="0"/>
              </a:rPr>
              <a:t>Implementierung</a:t>
            </a:r>
            <a:r>
              <a:rPr sz="1200" i="1" dirty="0">
                <a:solidFill>
                  <a:srgbClr val="60A0B0"/>
                </a:solidFill>
                <a:latin typeface="Consolas" panose="020B0609020204030204" pitchFamily="49" charset="0"/>
              </a:rPr>
              <a:t> (Double-Check Locking)</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if</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_instance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null</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lock</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_lock</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if</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_instance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null</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_instance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KonfigurationsManager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_instance</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lang="de-DE" sz="1200" dirty="0">
                <a:latin typeface="Consolas" panose="020B0609020204030204" pitchFamily="49" charset="0"/>
              </a:rPr>
              <a:t>}</a:t>
            </a:r>
            <a:endParaRPr sz="1200" dirty="0">
              <a:solidFill>
                <a:srgbClr val="666666"/>
              </a:solidFill>
              <a:latin typeface="Consolas" panose="020B0609020204030204" pitchFamily="49"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Kritik am Singleton</a:t>
            </a:r>
          </a:p>
        </p:txBody>
      </p:sp>
      <p:sp>
        <p:nvSpPr>
          <p:cNvPr id="3" name="Content Placeholder 2"/>
          <p:cNvSpPr>
            <a:spLocks noGrp="1"/>
          </p:cNvSpPr>
          <p:nvPr>
            <p:ph idx="1"/>
          </p:nvPr>
        </p:nvSpPr>
        <p:spPr/>
        <p:txBody>
          <a:bodyPr/>
          <a:lstStyle/>
          <a:p>
            <a:pPr marL="0" indent="0">
              <a:buNone/>
            </a:pPr>
            <a:r>
              <a:rPr dirty="0"/>
              <a:t>Das Singleton </a:t>
            </a:r>
            <a:r>
              <a:rPr dirty="0" err="1"/>
              <a:t>wird</a:t>
            </a:r>
            <a:r>
              <a:rPr dirty="0"/>
              <a:t> oft </a:t>
            </a:r>
            <a:r>
              <a:rPr dirty="0" err="1"/>
              <a:t>als</a:t>
            </a:r>
            <a:r>
              <a:rPr dirty="0"/>
              <a:t> “Anti-Pattern” </a:t>
            </a:r>
            <a:r>
              <a:rPr dirty="0" err="1"/>
              <a:t>bezeichnet</a:t>
            </a:r>
            <a:r>
              <a:rPr dirty="0"/>
              <a:t>. </a:t>
            </a:r>
            <a:endParaRPr lang="de-DE" dirty="0"/>
          </a:p>
          <a:p>
            <a:pPr marL="0" indent="0">
              <a:buNone/>
            </a:pPr>
            <a:r>
              <a:rPr dirty="0" err="1"/>
              <a:t>Warum</a:t>
            </a:r>
            <a:r>
              <a:rPr dirty="0"/>
              <a:t>?</a:t>
            </a:r>
          </a:p>
          <a:p>
            <a:pPr lvl="0"/>
            <a:r>
              <a:rPr dirty="0"/>
              <a:t>Es </a:t>
            </a:r>
            <a:r>
              <a:rPr dirty="0" err="1"/>
              <a:t>führt</a:t>
            </a:r>
            <a:r>
              <a:rPr dirty="0"/>
              <a:t> </a:t>
            </a:r>
            <a:r>
              <a:rPr dirty="0" err="1"/>
              <a:t>einen</a:t>
            </a:r>
            <a:r>
              <a:rPr dirty="0"/>
              <a:t> </a:t>
            </a:r>
            <a:r>
              <a:rPr b="1" dirty="0" err="1"/>
              <a:t>globalen</a:t>
            </a:r>
            <a:r>
              <a:rPr b="1" dirty="0"/>
              <a:t> </a:t>
            </a:r>
            <a:r>
              <a:rPr b="1" dirty="0" err="1"/>
              <a:t>Zustand</a:t>
            </a:r>
            <a:r>
              <a:rPr dirty="0"/>
              <a:t> (Global State) </a:t>
            </a:r>
            <a:r>
              <a:rPr dirty="0" err="1"/>
              <a:t>ein</a:t>
            </a:r>
            <a:r>
              <a:rPr dirty="0"/>
              <a:t>, der von </a:t>
            </a:r>
            <a:r>
              <a:rPr dirty="0" err="1"/>
              <a:t>überall</a:t>
            </a:r>
            <a:r>
              <a:rPr dirty="0"/>
              <a:t> </a:t>
            </a:r>
            <a:r>
              <a:rPr dirty="0" err="1"/>
              <a:t>geändert</a:t>
            </a:r>
            <a:r>
              <a:rPr dirty="0"/>
              <a:t> </a:t>
            </a:r>
            <a:r>
              <a:rPr dirty="0" err="1"/>
              <a:t>werden</a:t>
            </a:r>
            <a:r>
              <a:rPr dirty="0"/>
              <a:t> </a:t>
            </a:r>
            <a:r>
              <a:rPr dirty="0" err="1"/>
              <a:t>kann</a:t>
            </a:r>
            <a:r>
              <a:rPr dirty="0"/>
              <a:t>.</a:t>
            </a:r>
          </a:p>
          <a:p>
            <a:pPr lvl="0"/>
            <a:r>
              <a:rPr dirty="0"/>
              <a:t>Es </a:t>
            </a:r>
            <a:r>
              <a:rPr b="1" dirty="0" err="1"/>
              <a:t>verdeckt</a:t>
            </a:r>
            <a:r>
              <a:rPr dirty="0"/>
              <a:t> </a:t>
            </a:r>
            <a:r>
              <a:rPr dirty="0" err="1"/>
              <a:t>Abhängigkeiten</a:t>
            </a:r>
            <a:r>
              <a:rPr dirty="0"/>
              <a:t>: Eine Klasse, die das Singleton </a:t>
            </a:r>
            <a:r>
              <a:rPr dirty="0" err="1"/>
              <a:t>nutzt</a:t>
            </a:r>
            <a:r>
              <a:rPr dirty="0"/>
              <a:t>, </a:t>
            </a:r>
            <a:r>
              <a:rPr dirty="0" err="1"/>
              <a:t>zeigt</a:t>
            </a:r>
            <a:r>
              <a:rPr dirty="0"/>
              <a:t> dies nicht in </a:t>
            </a:r>
            <a:r>
              <a:rPr dirty="0" err="1"/>
              <a:t>ihrem</a:t>
            </a:r>
            <a:r>
              <a:rPr dirty="0"/>
              <a:t> </a:t>
            </a:r>
            <a:r>
              <a:rPr dirty="0" err="1"/>
              <a:t>Konstruktor</a:t>
            </a:r>
            <a:r>
              <a:rPr dirty="0"/>
              <a:t>.</a:t>
            </a:r>
          </a:p>
          <a:p>
            <a:pPr lvl="0"/>
            <a:r>
              <a:rPr dirty="0"/>
              <a:t>Es </a:t>
            </a:r>
            <a:r>
              <a:rPr dirty="0" err="1"/>
              <a:t>erschwert</a:t>
            </a:r>
            <a:r>
              <a:rPr dirty="0"/>
              <a:t> das </a:t>
            </a:r>
            <a:r>
              <a:rPr b="1" dirty="0"/>
              <a:t>Unit Testing</a:t>
            </a:r>
            <a:r>
              <a:rPr dirty="0"/>
              <a:t> (Mocking), da man die </a:t>
            </a:r>
            <a:r>
              <a:rPr dirty="0" err="1"/>
              <a:t>feste</a:t>
            </a:r>
            <a:r>
              <a:rPr dirty="0"/>
              <a:t> Instanz </a:t>
            </a:r>
            <a:r>
              <a:rPr dirty="0" err="1"/>
              <a:t>nur</a:t>
            </a:r>
            <a:r>
              <a:rPr dirty="0"/>
              <a:t> </a:t>
            </a:r>
            <a:r>
              <a:rPr dirty="0" err="1"/>
              <a:t>schwer</a:t>
            </a:r>
            <a:r>
              <a:rPr dirty="0"/>
              <a:t> </a:t>
            </a:r>
            <a:r>
              <a:rPr dirty="0" err="1"/>
              <a:t>durch</a:t>
            </a:r>
            <a:r>
              <a:rPr dirty="0"/>
              <a:t> </a:t>
            </a:r>
            <a:r>
              <a:rPr dirty="0" err="1"/>
              <a:t>einen</a:t>
            </a:r>
            <a:r>
              <a:rPr dirty="0"/>
              <a:t> Fake </a:t>
            </a:r>
            <a:r>
              <a:rPr dirty="0" err="1"/>
              <a:t>ersetzen</a:t>
            </a:r>
            <a:r>
              <a:rPr dirty="0"/>
              <a:t> </a:t>
            </a:r>
            <a:r>
              <a:rPr dirty="0" err="1"/>
              <a:t>kann</a:t>
            </a:r>
            <a:r>
              <a:rPr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Wann man es (wirklich) nutzen sollte</a:t>
            </a:r>
          </a:p>
        </p:txBody>
      </p:sp>
      <p:sp>
        <p:nvSpPr>
          <p:cNvPr id="3" name="Content Placeholder 2"/>
          <p:cNvSpPr>
            <a:spLocks noGrp="1"/>
          </p:cNvSpPr>
          <p:nvPr>
            <p:ph idx="1"/>
          </p:nvPr>
        </p:nvSpPr>
        <p:spPr/>
        <p:txBody>
          <a:bodyPr/>
          <a:lstStyle/>
          <a:p>
            <a:pPr marL="0" indent="0">
              <a:buNone/>
            </a:pPr>
            <a:r>
              <a:rPr dirty="0" err="1"/>
              <a:t>Nutzen</a:t>
            </a:r>
            <a:r>
              <a:rPr dirty="0"/>
              <a:t> Sie Singleton </a:t>
            </a:r>
            <a:r>
              <a:rPr dirty="0" err="1"/>
              <a:t>nur</a:t>
            </a:r>
            <a:r>
              <a:rPr dirty="0"/>
              <a:t>, </a:t>
            </a:r>
            <a:r>
              <a:rPr dirty="0" err="1"/>
              <a:t>wenn</a:t>
            </a:r>
            <a:r>
              <a:rPr dirty="0"/>
              <a:t> die </a:t>
            </a:r>
            <a:r>
              <a:rPr dirty="0" err="1"/>
              <a:t>Instanzierung</a:t>
            </a:r>
            <a:r>
              <a:rPr dirty="0"/>
              <a:t> </a:t>
            </a:r>
            <a:r>
              <a:rPr dirty="0" err="1"/>
              <a:t>wirklich</a:t>
            </a:r>
            <a:r>
              <a:rPr dirty="0"/>
              <a:t> </a:t>
            </a:r>
            <a:r>
              <a:rPr dirty="0" err="1"/>
              <a:t>systemweit</a:t>
            </a:r>
            <a:r>
              <a:rPr dirty="0"/>
              <a:t> </a:t>
            </a:r>
            <a:r>
              <a:rPr dirty="0" err="1"/>
              <a:t>streng</a:t>
            </a:r>
            <a:r>
              <a:rPr dirty="0"/>
              <a:t> </a:t>
            </a:r>
            <a:r>
              <a:rPr dirty="0" err="1"/>
              <a:t>limitiert</a:t>
            </a:r>
            <a:r>
              <a:rPr dirty="0"/>
              <a:t> sein </a:t>
            </a:r>
            <a:r>
              <a:rPr b="1" dirty="0"/>
              <a:t>muss</a:t>
            </a:r>
            <a:r>
              <a:rPr dirty="0"/>
              <a:t> (</a:t>
            </a:r>
            <a:r>
              <a:rPr dirty="0" err="1"/>
              <a:t>z.B.</a:t>
            </a:r>
            <a:r>
              <a:rPr dirty="0"/>
              <a:t> Hardware-Treiber, Logging-</a:t>
            </a:r>
            <a:r>
              <a:rPr dirty="0" err="1"/>
              <a:t>Dienste</a:t>
            </a:r>
            <a:r>
              <a:rPr dirty="0"/>
              <a:t> in </a:t>
            </a:r>
            <a:r>
              <a:rPr dirty="0" err="1"/>
              <a:t>kleinen</a:t>
            </a:r>
            <a:r>
              <a:rPr dirty="0"/>
              <a:t> </a:t>
            </a:r>
            <a:r>
              <a:rPr dirty="0" err="1"/>
              <a:t>Systemen</a:t>
            </a:r>
            <a:r>
              <a:rPr dirty="0"/>
              <a:t>). </a:t>
            </a:r>
            <a:endParaRPr lang="de-DE" dirty="0"/>
          </a:p>
          <a:p>
            <a:pPr marL="0" indent="0">
              <a:buNone/>
            </a:pPr>
            <a:r>
              <a:rPr dirty="0"/>
              <a:t>In </a:t>
            </a:r>
            <a:r>
              <a:rPr dirty="0" err="1"/>
              <a:t>modernen</a:t>
            </a:r>
            <a:r>
              <a:rPr dirty="0"/>
              <a:t> Web-</a:t>
            </a:r>
            <a:r>
              <a:rPr dirty="0" err="1"/>
              <a:t>Anwendungen</a:t>
            </a:r>
            <a:r>
              <a:rPr dirty="0"/>
              <a:t> </a:t>
            </a:r>
            <a:r>
              <a:rPr dirty="0" err="1"/>
              <a:t>überlässt</a:t>
            </a:r>
            <a:r>
              <a:rPr dirty="0"/>
              <a:t> man </a:t>
            </a:r>
            <a:r>
              <a:rPr dirty="0" err="1"/>
              <a:t>diese</a:t>
            </a:r>
            <a:r>
              <a:rPr dirty="0"/>
              <a:t> Aufgabe oft dem “Dependency Injection Container” (</a:t>
            </a:r>
            <a:r>
              <a:rPr dirty="0" err="1"/>
              <a:t>dazu</a:t>
            </a:r>
            <a:r>
              <a:rPr dirty="0"/>
              <a:t> </a:t>
            </a:r>
            <a:r>
              <a:rPr dirty="0" err="1"/>
              <a:t>mehr</a:t>
            </a:r>
            <a:r>
              <a:rPr dirty="0"/>
              <a:t> in </a:t>
            </a:r>
            <a:r>
              <a:rPr dirty="0" err="1"/>
              <a:t>Woche</a:t>
            </a:r>
            <a:r>
              <a:rPr dirty="0"/>
              <a:t> 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en-US" dirty="0"/>
              <a:t>Teil 3: Factory Patterns</a:t>
            </a:r>
          </a:p>
        </p:txBody>
      </p:sp>
      <p:sp>
        <p:nvSpPr>
          <p:cNvPr id="4" name="Textplatzhalter 3">
            <a:extLst>
              <a:ext uri="{FF2B5EF4-FFF2-40B4-BE49-F238E27FC236}">
                <a16:creationId xmlns:a16="http://schemas.microsoft.com/office/drawing/2014/main" id="{45D8D4EE-3E0C-AC15-B5B0-ED06F42D0781}"/>
              </a:ext>
            </a:extLst>
          </p:cNvPr>
          <p:cNvSpPr>
            <a:spLocks noGrp="1"/>
          </p:cNvSpPr>
          <p:nvPr>
            <p:ph type="body" idx="1"/>
          </p:nvPr>
        </p:nvSpPr>
        <p:spPr/>
        <p:txBody>
          <a:bodyPr/>
          <a:lstStyle/>
          <a:p>
            <a:endParaRPr lang="de-D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Einführung: Factory Method</a:t>
            </a:r>
          </a:p>
        </p:txBody>
      </p:sp>
      <p:sp>
        <p:nvSpPr>
          <p:cNvPr id="3" name="Content Placeholder 2"/>
          <p:cNvSpPr>
            <a:spLocks noGrp="1"/>
          </p:cNvSpPr>
          <p:nvPr>
            <p:ph idx="1"/>
          </p:nvPr>
        </p:nvSpPr>
        <p:spPr/>
        <p:txBody>
          <a:bodyPr/>
          <a:lstStyle/>
          <a:p>
            <a:pPr marL="0" indent="0">
              <a:buNone/>
            </a:pPr>
            <a:r>
              <a:rPr dirty="0"/>
              <a:t>Auch dieses Muster </a:t>
            </a:r>
            <a:r>
              <a:rPr dirty="0" err="1"/>
              <a:t>gehört</a:t>
            </a:r>
            <a:r>
              <a:rPr dirty="0"/>
              <a:t> </a:t>
            </a:r>
            <a:r>
              <a:rPr dirty="0" err="1"/>
              <a:t>zu</a:t>
            </a:r>
            <a:r>
              <a:rPr dirty="0"/>
              <a:t> den </a:t>
            </a:r>
            <a:r>
              <a:rPr i="1" dirty="0" err="1"/>
              <a:t>Erzeugungsmustern</a:t>
            </a:r>
            <a:r>
              <a:rPr dirty="0"/>
              <a:t>. </a:t>
            </a:r>
            <a:endParaRPr lang="de-DE" dirty="0"/>
          </a:p>
          <a:p>
            <a:pPr marL="0" indent="0">
              <a:buNone/>
            </a:pPr>
            <a:r>
              <a:rPr dirty="0"/>
              <a:t>Das Factory Method Pattern </a:t>
            </a:r>
            <a:r>
              <a:rPr dirty="0" err="1"/>
              <a:t>definiert</a:t>
            </a:r>
            <a:r>
              <a:rPr dirty="0"/>
              <a:t> </a:t>
            </a:r>
            <a:r>
              <a:rPr dirty="0" err="1"/>
              <a:t>ein</a:t>
            </a:r>
            <a:r>
              <a:rPr dirty="0"/>
              <a:t> Interface </a:t>
            </a:r>
            <a:r>
              <a:rPr dirty="0" err="1"/>
              <a:t>zur</a:t>
            </a:r>
            <a:r>
              <a:rPr dirty="0"/>
              <a:t> </a:t>
            </a:r>
            <a:r>
              <a:rPr dirty="0" err="1"/>
              <a:t>Erstellung</a:t>
            </a:r>
            <a:r>
              <a:rPr dirty="0"/>
              <a:t> </a:t>
            </a:r>
            <a:r>
              <a:rPr dirty="0" err="1"/>
              <a:t>eines</a:t>
            </a:r>
            <a:r>
              <a:rPr dirty="0"/>
              <a:t> </a:t>
            </a:r>
            <a:r>
              <a:rPr dirty="0" err="1"/>
              <a:t>Objekts</a:t>
            </a:r>
            <a:r>
              <a:rPr dirty="0"/>
              <a:t>. </a:t>
            </a:r>
            <a:endParaRPr lang="de-DE" dirty="0"/>
          </a:p>
          <a:p>
            <a:pPr marL="0" indent="0">
              <a:buNone/>
            </a:pPr>
            <a:r>
              <a:rPr dirty="0"/>
              <a:t>Die </a:t>
            </a:r>
            <a:r>
              <a:rPr dirty="0" err="1"/>
              <a:t>Entscheidung</a:t>
            </a:r>
            <a:r>
              <a:rPr dirty="0"/>
              <a:t>, </a:t>
            </a:r>
            <a:r>
              <a:rPr b="1" dirty="0" err="1"/>
              <a:t>welche</a:t>
            </a:r>
            <a:r>
              <a:rPr dirty="0"/>
              <a:t> </a:t>
            </a:r>
            <a:r>
              <a:rPr dirty="0" err="1"/>
              <a:t>konkrete</a:t>
            </a:r>
            <a:r>
              <a:rPr dirty="0"/>
              <a:t> Klasse </a:t>
            </a:r>
            <a:r>
              <a:rPr dirty="0" err="1"/>
              <a:t>instanziiert</a:t>
            </a:r>
            <a:r>
              <a:rPr dirty="0"/>
              <a:t> </a:t>
            </a:r>
            <a:r>
              <a:rPr dirty="0" err="1"/>
              <a:t>wird</a:t>
            </a:r>
            <a:r>
              <a:rPr dirty="0"/>
              <a:t>, </a:t>
            </a:r>
            <a:r>
              <a:rPr dirty="0" err="1"/>
              <a:t>wird</a:t>
            </a:r>
            <a:r>
              <a:rPr dirty="0"/>
              <a:t> </a:t>
            </a:r>
            <a:r>
              <a:rPr dirty="0" err="1"/>
              <a:t>jedoch</a:t>
            </a:r>
            <a:r>
              <a:rPr dirty="0"/>
              <a:t> an die </a:t>
            </a:r>
            <a:r>
              <a:rPr dirty="0" err="1"/>
              <a:t>Unterklassen</a:t>
            </a:r>
            <a:r>
              <a:rPr dirty="0"/>
              <a:t> </a:t>
            </a:r>
            <a:r>
              <a:rPr dirty="0" err="1"/>
              <a:t>delegiert</a:t>
            </a:r>
            <a:r>
              <a:rPr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Problemstellung: Harte Verdrahtung</a:t>
            </a:r>
          </a:p>
        </p:txBody>
      </p:sp>
      <p:sp>
        <p:nvSpPr>
          <p:cNvPr id="3" name="Content Placeholder 2"/>
          <p:cNvSpPr>
            <a:spLocks noGrp="1"/>
          </p:cNvSpPr>
          <p:nvPr>
            <p:ph idx="1"/>
          </p:nvPr>
        </p:nvSpPr>
        <p:spPr/>
        <p:txBody>
          <a:bodyPr/>
          <a:lstStyle/>
          <a:p>
            <a:pPr marL="0" indent="0">
              <a:buNone/>
            </a:pPr>
            <a:r>
              <a:rPr dirty="0"/>
              <a:t>Wenn Sie </a:t>
            </a:r>
            <a:r>
              <a:rPr dirty="0" err="1"/>
              <a:t>überall</a:t>
            </a:r>
            <a:r>
              <a:rPr dirty="0"/>
              <a:t> </a:t>
            </a:r>
            <a:r>
              <a:rPr dirty="0" err="1"/>
              <a:t>im</a:t>
            </a:r>
            <a:r>
              <a:rPr dirty="0"/>
              <a:t> Code </a:t>
            </a:r>
            <a:r>
              <a:rPr sz="1600" dirty="0">
                <a:latin typeface="Courier"/>
              </a:rPr>
              <a:t>new </a:t>
            </a:r>
            <a:r>
              <a:rPr sz="1600" dirty="0" err="1">
                <a:latin typeface="Courier"/>
              </a:rPr>
              <a:t>BewilligungsBescheid</a:t>
            </a:r>
            <a:r>
              <a:rPr sz="1600" dirty="0">
                <a:latin typeface="Courier"/>
              </a:rPr>
              <a:t>()</a:t>
            </a:r>
            <a:r>
              <a:rPr dirty="0"/>
              <a:t> </a:t>
            </a:r>
            <a:r>
              <a:rPr dirty="0" err="1"/>
              <a:t>schreiben</a:t>
            </a:r>
            <a:r>
              <a:rPr dirty="0"/>
              <a:t>, </a:t>
            </a:r>
            <a:r>
              <a:rPr dirty="0" err="1"/>
              <a:t>koppeln</a:t>
            </a:r>
            <a:r>
              <a:rPr dirty="0"/>
              <a:t> Sie </a:t>
            </a:r>
            <a:r>
              <a:rPr dirty="0" err="1"/>
              <a:t>Ihre</a:t>
            </a:r>
            <a:r>
              <a:rPr dirty="0"/>
              <a:t> Logik </a:t>
            </a:r>
            <a:r>
              <a:rPr dirty="0" err="1"/>
              <a:t>eng</a:t>
            </a:r>
            <a:r>
              <a:rPr dirty="0"/>
              <a:t> an </a:t>
            </a:r>
            <a:r>
              <a:rPr dirty="0" err="1"/>
              <a:t>diese</a:t>
            </a:r>
            <a:r>
              <a:rPr dirty="0"/>
              <a:t> </a:t>
            </a:r>
            <a:r>
              <a:rPr dirty="0" err="1"/>
              <a:t>konkrete</a:t>
            </a:r>
            <a:r>
              <a:rPr dirty="0"/>
              <a:t> Klasse. </a:t>
            </a:r>
            <a:endParaRPr lang="de-DE" dirty="0"/>
          </a:p>
          <a:p>
            <a:pPr marL="0" indent="0">
              <a:buNone/>
            </a:pPr>
            <a:r>
              <a:rPr dirty="0"/>
              <a:t>Was </a:t>
            </a:r>
            <a:r>
              <a:rPr dirty="0" err="1"/>
              <a:t>passiert</a:t>
            </a:r>
            <a:r>
              <a:rPr dirty="0"/>
              <a:t>, </a:t>
            </a:r>
            <a:r>
              <a:rPr dirty="0" err="1"/>
              <a:t>wenn</a:t>
            </a:r>
            <a:r>
              <a:rPr dirty="0"/>
              <a:t> </a:t>
            </a:r>
            <a:r>
              <a:rPr dirty="0" err="1"/>
              <a:t>sich</a:t>
            </a:r>
            <a:r>
              <a:rPr dirty="0"/>
              <a:t> der </a:t>
            </a:r>
            <a:r>
              <a:rPr dirty="0" err="1"/>
              <a:t>Prozess</a:t>
            </a:r>
            <a:r>
              <a:rPr dirty="0"/>
              <a:t> </a:t>
            </a:r>
            <a:r>
              <a:rPr dirty="0" err="1"/>
              <a:t>zur</a:t>
            </a:r>
            <a:r>
              <a:rPr dirty="0"/>
              <a:t> </a:t>
            </a:r>
            <a:r>
              <a:rPr dirty="0" err="1"/>
              <a:t>Erstellung</a:t>
            </a:r>
            <a:r>
              <a:rPr dirty="0"/>
              <a:t> </a:t>
            </a:r>
            <a:r>
              <a:rPr dirty="0" err="1"/>
              <a:t>ändert</a:t>
            </a:r>
            <a:r>
              <a:rPr dirty="0"/>
              <a:t> </a:t>
            </a:r>
            <a:r>
              <a:rPr dirty="0" err="1"/>
              <a:t>oder</a:t>
            </a:r>
            <a:r>
              <a:rPr dirty="0"/>
              <a:t> </a:t>
            </a:r>
            <a:r>
              <a:rPr dirty="0" err="1"/>
              <a:t>neue</a:t>
            </a:r>
            <a:r>
              <a:rPr dirty="0"/>
              <a:t> </a:t>
            </a:r>
            <a:r>
              <a:rPr dirty="0" err="1"/>
              <a:t>Bescheid-Arten</a:t>
            </a:r>
            <a:r>
              <a:rPr dirty="0"/>
              <a:t> </a:t>
            </a:r>
            <a:r>
              <a:rPr dirty="0" err="1"/>
              <a:t>oder</a:t>
            </a:r>
            <a:r>
              <a:rPr dirty="0"/>
              <a:t> -</a:t>
            </a:r>
            <a:r>
              <a:rPr dirty="0" err="1"/>
              <a:t>Varianten</a:t>
            </a:r>
            <a:r>
              <a:rPr dirty="0"/>
              <a:t> </a:t>
            </a:r>
            <a:r>
              <a:rPr dirty="0" err="1"/>
              <a:t>hinzukommen</a:t>
            </a:r>
            <a:r>
              <a:rPr dirty="0"/>
              <a:t>? Der Code </a:t>
            </a:r>
            <a:r>
              <a:rPr dirty="0" err="1"/>
              <a:t>wird</a:t>
            </a:r>
            <a:r>
              <a:rPr dirty="0"/>
              <a:t> </a:t>
            </a:r>
            <a:r>
              <a:rPr dirty="0" err="1"/>
              <a:t>unflexibel</a:t>
            </a:r>
            <a:r>
              <a:rPr dirty="0"/>
              <a:t>. </a:t>
            </a:r>
            <a:endParaRPr lang="de-DE" dirty="0"/>
          </a:p>
          <a:p>
            <a:pPr marL="0" indent="0">
              <a:buNone/>
            </a:pPr>
            <a:r>
              <a:rPr dirty="0"/>
              <a:t>Eine </a:t>
            </a:r>
            <a:r>
              <a:rPr b="1" dirty="0"/>
              <a:t>lose </a:t>
            </a:r>
            <a:r>
              <a:rPr b="1" dirty="0" err="1"/>
              <a:t>Kopplung</a:t>
            </a:r>
            <a:r>
              <a:rPr dirty="0"/>
              <a:t> </a:t>
            </a:r>
            <a:r>
              <a:rPr dirty="0" err="1"/>
              <a:t>ist</a:t>
            </a:r>
            <a:r>
              <a:rPr dirty="0"/>
              <a:t> die </a:t>
            </a:r>
            <a:r>
              <a:rPr dirty="0" err="1"/>
              <a:t>Lösung</a:t>
            </a:r>
            <a:r>
              <a:rPr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Anwendung: Erstellung von Bescheid-Typen</a:t>
            </a:r>
          </a:p>
        </p:txBody>
      </p:sp>
      <p:sp>
        <p:nvSpPr>
          <p:cNvPr id="3" name="Content Placeholder 2"/>
          <p:cNvSpPr>
            <a:spLocks noGrp="1"/>
          </p:cNvSpPr>
          <p:nvPr>
            <p:ph idx="1"/>
          </p:nvPr>
        </p:nvSpPr>
        <p:spPr/>
        <p:txBody>
          <a:bodyPr/>
          <a:lstStyle/>
          <a:p>
            <a:pPr marL="0" indent="0">
              <a:buNone/>
            </a:pPr>
            <a:r>
              <a:rPr dirty="0"/>
              <a:t>Ein </a:t>
            </a:r>
            <a:r>
              <a:rPr dirty="0" err="1"/>
              <a:t>Fachverfahren</a:t>
            </a:r>
            <a:r>
              <a:rPr dirty="0"/>
              <a:t> muss </a:t>
            </a:r>
            <a:r>
              <a:rPr dirty="0" err="1"/>
              <a:t>verschiedene</a:t>
            </a:r>
            <a:r>
              <a:rPr dirty="0"/>
              <a:t> </a:t>
            </a:r>
            <a:r>
              <a:rPr dirty="0" err="1"/>
              <a:t>Arten</a:t>
            </a:r>
            <a:r>
              <a:rPr dirty="0"/>
              <a:t> von </a:t>
            </a:r>
            <a:r>
              <a:rPr dirty="0" err="1"/>
              <a:t>Bescheiden</a:t>
            </a:r>
            <a:r>
              <a:rPr dirty="0"/>
              <a:t> </a:t>
            </a:r>
            <a:r>
              <a:rPr dirty="0" err="1"/>
              <a:t>erzeugen</a:t>
            </a:r>
            <a:r>
              <a:rPr dirty="0"/>
              <a:t>:</a:t>
            </a:r>
          </a:p>
          <a:p>
            <a:pPr marL="180000" lvl="0" indent="-180000">
              <a:buFont typeface="Symbol" panose="05050102010706020507" pitchFamily="18" charset="2"/>
              <a:buChar char="-"/>
            </a:pPr>
            <a:r>
              <a:rPr dirty="0" err="1"/>
              <a:t>Bewilligungsbescheid</a:t>
            </a:r>
            <a:endParaRPr dirty="0"/>
          </a:p>
          <a:p>
            <a:pPr marL="180000" lvl="0" indent="-180000">
              <a:buFont typeface="Symbol" panose="05050102010706020507" pitchFamily="18" charset="2"/>
              <a:buChar char="-"/>
            </a:pPr>
            <a:r>
              <a:rPr dirty="0" err="1"/>
              <a:t>Ablehnungsbescheid</a:t>
            </a:r>
            <a:endParaRPr dirty="0"/>
          </a:p>
          <a:p>
            <a:pPr marL="180000" lvl="0" indent="-180000">
              <a:buFont typeface="Symbol" panose="05050102010706020507" pitchFamily="18" charset="2"/>
              <a:buChar char="-"/>
            </a:pPr>
            <a:r>
              <a:rPr dirty="0" err="1"/>
              <a:t>Gebührenbescheid</a:t>
            </a:r>
            <a:endParaRPr dirty="0"/>
          </a:p>
          <a:p>
            <a:pPr marL="0" indent="0">
              <a:buNone/>
            </a:pPr>
            <a:r>
              <a:rPr dirty="0"/>
              <a:t>Der </a:t>
            </a:r>
            <a:r>
              <a:rPr dirty="0" err="1"/>
              <a:t>Versandprozess</a:t>
            </a:r>
            <a:r>
              <a:rPr dirty="0"/>
              <a:t> (</a:t>
            </a:r>
            <a:r>
              <a:rPr dirty="0" err="1"/>
              <a:t>Drucken</a:t>
            </a:r>
            <a:r>
              <a:rPr dirty="0"/>
              <a:t>, </a:t>
            </a:r>
            <a:r>
              <a:rPr dirty="0" err="1"/>
              <a:t>Kuvertieren</a:t>
            </a:r>
            <a:r>
              <a:rPr dirty="0"/>
              <a:t>, Porto) </a:t>
            </a:r>
            <a:r>
              <a:rPr dirty="0" err="1"/>
              <a:t>ist</a:t>
            </a:r>
            <a:r>
              <a:rPr dirty="0"/>
              <a:t> </a:t>
            </a:r>
            <a:r>
              <a:rPr dirty="0" err="1"/>
              <a:t>bei</a:t>
            </a:r>
            <a:r>
              <a:rPr dirty="0"/>
              <a:t> </a:t>
            </a:r>
            <a:r>
              <a:rPr dirty="0" err="1"/>
              <a:t>allen</a:t>
            </a:r>
            <a:r>
              <a:rPr dirty="0"/>
              <a:t> </a:t>
            </a:r>
            <a:r>
              <a:rPr dirty="0" err="1"/>
              <a:t>gleich</a:t>
            </a:r>
            <a:r>
              <a:rPr dirty="0"/>
              <a:t>, </a:t>
            </a:r>
            <a:r>
              <a:rPr dirty="0" err="1"/>
              <a:t>nur</a:t>
            </a:r>
            <a:r>
              <a:rPr dirty="0"/>
              <a:t> der </a:t>
            </a:r>
            <a:r>
              <a:rPr dirty="0" err="1"/>
              <a:t>Inhalt</a:t>
            </a:r>
            <a:r>
              <a:rPr dirty="0"/>
              <a:t> </a:t>
            </a:r>
            <a:r>
              <a:rPr dirty="0" err="1"/>
              <a:t>variiert</a:t>
            </a:r>
            <a:r>
              <a:rPr dirty="0"/>
              <a:t>. </a:t>
            </a:r>
            <a:endParaRPr lang="de-DE" dirty="0"/>
          </a:p>
          <a:p>
            <a:pPr marL="0" indent="0">
              <a:buNone/>
            </a:pPr>
            <a:r>
              <a:rPr dirty="0"/>
              <a:t>Es </a:t>
            </a:r>
            <a:r>
              <a:rPr dirty="0" err="1"/>
              <a:t>können</a:t>
            </a:r>
            <a:r>
              <a:rPr dirty="0"/>
              <a:t> </a:t>
            </a:r>
            <a:r>
              <a:rPr dirty="0" err="1"/>
              <a:t>jedoch</a:t>
            </a:r>
            <a:r>
              <a:rPr dirty="0"/>
              <a:t> in Zukunft </a:t>
            </a:r>
            <a:r>
              <a:rPr dirty="0" err="1"/>
              <a:t>weitere</a:t>
            </a:r>
            <a:r>
              <a:rPr dirty="0"/>
              <a:t> </a:t>
            </a:r>
            <a:r>
              <a:rPr dirty="0" err="1"/>
              <a:t>Bescheide</a:t>
            </a:r>
            <a:r>
              <a:rPr dirty="0"/>
              <a:t> </a:t>
            </a:r>
            <a:r>
              <a:rPr dirty="0" err="1"/>
              <a:t>hinzukommen</a:t>
            </a:r>
            <a:r>
              <a:rPr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Factory Method: Produkt-Klassen (Code)</a:t>
            </a:r>
          </a:p>
        </p:txBody>
      </p:sp>
      <p:sp>
        <p:nvSpPr>
          <p:cNvPr id="3" name="Content Placeholder 2"/>
          <p:cNvSpPr>
            <a:spLocks noGrp="1"/>
          </p:cNvSpPr>
          <p:nvPr>
            <p:ph idx="1"/>
          </p:nvPr>
        </p:nvSpPr>
        <p:spPr>
          <a:xfrm>
            <a:off x="617219" y="1103179"/>
            <a:ext cx="6071302" cy="3603318"/>
          </a:xfrm>
        </p:spPr>
        <p:txBody>
          <a:bodyPr>
            <a:normAutofit fontScale="92500" lnSpcReduction="10000"/>
          </a:bodyPr>
          <a:lstStyle/>
          <a:p>
            <a:pPr marL="0" indent="0">
              <a:buNone/>
            </a:pPr>
            <a:r>
              <a:rPr dirty="0"/>
              <a:t>Wir </a:t>
            </a:r>
            <a:r>
              <a:rPr dirty="0" err="1"/>
              <a:t>definieren</a:t>
            </a:r>
            <a:r>
              <a:rPr dirty="0"/>
              <a:t> </a:t>
            </a:r>
            <a:r>
              <a:rPr dirty="0" err="1"/>
              <a:t>ein</a:t>
            </a:r>
            <a:r>
              <a:rPr dirty="0"/>
              <a:t> </a:t>
            </a:r>
            <a:r>
              <a:rPr dirty="0" err="1"/>
              <a:t>abstraktes</a:t>
            </a:r>
            <a:r>
              <a:rPr dirty="0"/>
              <a:t> </a:t>
            </a:r>
            <a:r>
              <a:rPr dirty="0" err="1"/>
              <a:t>Produkt</a:t>
            </a:r>
            <a:r>
              <a:rPr dirty="0"/>
              <a:t> und </a:t>
            </a:r>
            <a:r>
              <a:rPr dirty="0" err="1"/>
              <a:t>konkrete</a:t>
            </a:r>
            <a:r>
              <a:rPr dirty="0"/>
              <a:t> </a:t>
            </a:r>
            <a:r>
              <a:rPr dirty="0" err="1"/>
              <a:t>Implementierungen</a:t>
            </a:r>
            <a:r>
              <a:rPr dirty="0"/>
              <a:t>:</a:t>
            </a:r>
          </a:p>
          <a:p>
            <a:pPr indent="0">
              <a:buNone/>
            </a:pPr>
            <a:r>
              <a:rPr sz="1300" i="1" dirty="0">
                <a:solidFill>
                  <a:srgbClr val="60A0B0"/>
                </a:solidFill>
                <a:latin typeface="Consolas" panose="020B0609020204030204" pitchFamily="49" charset="0"/>
              </a:rPr>
              <a:t>// Das </a:t>
            </a:r>
            <a:r>
              <a:rPr sz="1300" i="1" dirty="0" err="1">
                <a:solidFill>
                  <a:srgbClr val="60A0B0"/>
                </a:solidFill>
                <a:latin typeface="Consolas" panose="020B0609020204030204" pitchFamily="49" charset="0"/>
              </a:rPr>
              <a:t>Produkt</a:t>
            </a:r>
            <a:r>
              <a:rPr sz="1300" i="1" dirty="0">
                <a:solidFill>
                  <a:srgbClr val="60A0B0"/>
                </a:solidFill>
                <a:latin typeface="Consolas" panose="020B0609020204030204" pitchFamily="49" charset="0"/>
              </a:rPr>
              <a:t>-Interface / </a:t>
            </a:r>
            <a:r>
              <a:rPr sz="1300" i="1" dirty="0" err="1">
                <a:solidFill>
                  <a:srgbClr val="60A0B0"/>
                </a:solidFill>
                <a:latin typeface="Consolas" panose="020B0609020204030204" pitchFamily="49" charset="0"/>
              </a:rPr>
              <a:t>abstrakte</a:t>
            </a:r>
            <a:r>
              <a:rPr sz="1300" i="1" dirty="0">
                <a:solidFill>
                  <a:srgbClr val="60A0B0"/>
                </a:solidFill>
                <a:latin typeface="Consolas" panose="020B0609020204030204" pitchFamily="49" charset="0"/>
              </a:rPr>
              <a:t> </a:t>
            </a:r>
            <a:r>
              <a:rPr sz="1300" i="1" dirty="0" err="1">
                <a:solidFill>
                  <a:srgbClr val="60A0B0"/>
                </a:solidFill>
                <a:latin typeface="Consolas" panose="020B0609020204030204" pitchFamily="49" charset="0"/>
              </a:rPr>
              <a:t>Basisklasse</a:t>
            </a:r>
            <a:br>
              <a:rPr sz="1300" dirty="0">
                <a:latin typeface="Consolas" panose="020B0609020204030204" pitchFamily="49" charset="0"/>
              </a:rPr>
            </a:b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abstract</a:t>
            </a:r>
            <a:r>
              <a:rPr sz="1300" dirty="0">
                <a:latin typeface="Consolas" panose="020B0609020204030204" pitchFamily="49" charset="0"/>
              </a:rPr>
              <a:t> </a:t>
            </a:r>
            <a:r>
              <a:rPr sz="1300" b="1" dirty="0">
                <a:solidFill>
                  <a:srgbClr val="007020"/>
                </a:solidFill>
                <a:latin typeface="Consolas" panose="020B0609020204030204" pitchFamily="49" charset="0"/>
              </a:rPr>
              <a:t>class</a:t>
            </a:r>
            <a:r>
              <a:rPr sz="1300" dirty="0">
                <a:latin typeface="Consolas" panose="020B0609020204030204" pitchFamily="49" charset="0"/>
              </a:rPr>
              <a:t> </a:t>
            </a:r>
            <a:r>
              <a:rPr sz="1300" dirty="0" err="1">
                <a:latin typeface="Consolas" panose="020B0609020204030204" pitchFamily="49" charset="0"/>
              </a:rPr>
              <a:t>Bescheid</a:t>
            </a:r>
            <a:br>
              <a:rPr sz="1300" dirty="0">
                <a:latin typeface="Consolas" panose="020B0609020204030204" pitchFamily="49" charset="0"/>
              </a:rPr>
            </a:b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latin typeface="Consolas" panose="020B0609020204030204" pitchFamily="49" charset="0"/>
              </a:rPr>
              <a:t>    </a:t>
            </a: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abstract</a:t>
            </a:r>
            <a:r>
              <a:rPr sz="1300" dirty="0">
                <a:latin typeface="Consolas" panose="020B0609020204030204" pitchFamily="49" charset="0"/>
              </a:rPr>
              <a:t> </a:t>
            </a:r>
            <a:r>
              <a:rPr sz="1300" dirty="0">
                <a:solidFill>
                  <a:srgbClr val="902000"/>
                </a:solidFill>
                <a:latin typeface="Consolas" panose="020B0609020204030204" pitchFamily="49" charset="0"/>
              </a:rPr>
              <a:t>void</a:t>
            </a:r>
            <a:r>
              <a:rPr sz="1300" dirty="0">
                <a:latin typeface="Consolas" panose="020B0609020204030204" pitchFamily="49" charset="0"/>
              </a:rPr>
              <a:t> </a:t>
            </a:r>
            <a:r>
              <a:rPr sz="1300" dirty="0" err="1">
                <a:solidFill>
                  <a:srgbClr val="06287E"/>
                </a:solidFill>
                <a:latin typeface="Consolas" panose="020B0609020204030204" pitchFamily="49" charset="0"/>
              </a:rPr>
              <a:t>GeneriereInhalt</a:t>
            </a: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solidFill>
                  <a:srgbClr val="666666"/>
                </a:solidFill>
                <a:latin typeface="Consolas" panose="020B0609020204030204" pitchFamily="49" charset="0"/>
              </a:rPr>
              <a:t>}</a:t>
            </a:r>
            <a:br>
              <a:rPr sz="1300" dirty="0">
                <a:latin typeface="Consolas" panose="020B0609020204030204" pitchFamily="49" charset="0"/>
              </a:rPr>
            </a:br>
            <a:br>
              <a:rPr sz="1300" dirty="0">
                <a:latin typeface="Consolas" panose="020B0609020204030204" pitchFamily="49" charset="0"/>
              </a:rPr>
            </a:br>
            <a:r>
              <a:rPr sz="1300" i="1" dirty="0">
                <a:solidFill>
                  <a:srgbClr val="60A0B0"/>
                </a:solidFill>
                <a:latin typeface="Consolas" panose="020B0609020204030204" pitchFamily="49" charset="0"/>
              </a:rPr>
              <a:t>// </a:t>
            </a:r>
            <a:r>
              <a:rPr sz="1300" i="1" dirty="0" err="1">
                <a:solidFill>
                  <a:srgbClr val="60A0B0"/>
                </a:solidFill>
                <a:latin typeface="Consolas" panose="020B0609020204030204" pitchFamily="49" charset="0"/>
              </a:rPr>
              <a:t>Konkrete</a:t>
            </a:r>
            <a:r>
              <a:rPr sz="1300" i="1" dirty="0">
                <a:solidFill>
                  <a:srgbClr val="60A0B0"/>
                </a:solidFill>
                <a:latin typeface="Consolas" panose="020B0609020204030204" pitchFamily="49" charset="0"/>
              </a:rPr>
              <a:t> </a:t>
            </a:r>
            <a:r>
              <a:rPr sz="1300" i="1" dirty="0" err="1">
                <a:solidFill>
                  <a:srgbClr val="60A0B0"/>
                </a:solidFill>
                <a:latin typeface="Consolas" panose="020B0609020204030204" pitchFamily="49" charset="0"/>
              </a:rPr>
              <a:t>Produkte</a:t>
            </a:r>
            <a:br>
              <a:rPr sz="1300" dirty="0">
                <a:latin typeface="Consolas" panose="020B0609020204030204" pitchFamily="49" charset="0"/>
              </a:rPr>
            </a:b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class</a:t>
            </a:r>
            <a:r>
              <a:rPr sz="1300" dirty="0">
                <a:latin typeface="Consolas" panose="020B0609020204030204" pitchFamily="49" charset="0"/>
              </a:rPr>
              <a:t> </a:t>
            </a:r>
            <a:r>
              <a:rPr sz="1300" dirty="0" err="1">
                <a:latin typeface="Consolas" panose="020B0609020204030204" pitchFamily="49" charset="0"/>
              </a:rPr>
              <a:t>BewilligungsBescheid</a:t>
            </a:r>
            <a:r>
              <a:rPr sz="1300" dirty="0">
                <a:latin typeface="Consolas" panose="020B0609020204030204" pitchFamily="49" charset="0"/>
              </a:rPr>
              <a:t> </a:t>
            </a:r>
            <a:r>
              <a:rPr sz="1300" dirty="0">
                <a:solidFill>
                  <a:srgbClr val="666666"/>
                </a:solidFill>
                <a:latin typeface="Consolas" panose="020B0609020204030204" pitchFamily="49" charset="0"/>
              </a:rPr>
              <a:t>:</a:t>
            </a:r>
            <a:r>
              <a:rPr sz="1300" dirty="0">
                <a:latin typeface="Consolas" panose="020B0609020204030204" pitchFamily="49" charset="0"/>
              </a:rPr>
              <a:t> </a:t>
            </a:r>
            <a:r>
              <a:rPr sz="1300" dirty="0" err="1">
                <a:latin typeface="Consolas" panose="020B0609020204030204" pitchFamily="49" charset="0"/>
              </a:rPr>
              <a:t>Bescheid</a:t>
            </a:r>
            <a:br>
              <a:rPr sz="1300" dirty="0">
                <a:latin typeface="Consolas" panose="020B0609020204030204" pitchFamily="49" charset="0"/>
              </a:rPr>
            </a:b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latin typeface="Consolas" panose="020B0609020204030204" pitchFamily="49" charset="0"/>
              </a:rPr>
              <a:t>    </a:t>
            </a: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override</a:t>
            </a:r>
            <a:r>
              <a:rPr sz="1300" dirty="0">
                <a:latin typeface="Consolas" panose="020B0609020204030204" pitchFamily="49" charset="0"/>
              </a:rPr>
              <a:t> </a:t>
            </a:r>
            <a:r>
              <a:rPr sz="1300" dirty="0">
                <a:solidFill>
                  <a:srgbClr val="902000"/>
                </a:solidFill>
                <a:latin typeface="Consolas" panose="020B0609020204030204" pitchFamily="49" charset="0"/>
              </a:rPr>
              <a:t>void</a:t>
            </a:r>
            <a:r>
              <a:rPr sz="1300" dirty="0">
                <a:latin typeface="Consolas" panose="020B0609020204030204" pitchFamily="49" charset="0"/>
              </a:rPr>
              <a:t> </a:t>
            </a:r>
            <a:r>
              <a:rPr sz="1300" dirty="0" err="1">
                <a:solidFill>
                  <a:srgbClr val="06287E"/>
                </a:solidFill>
                <a:latin typeface="Consolas" panose="020B0609020204030204" pitchFamily="49" charset="0"/>
              </a:rPr>
              <a:t>GeneriereInhalt</a:t>
            </a:r>
            <a:r>
              <a:rPr sz="1300" dirty="0">
                <a:solidFill>
                  <a:srgbClr val="666666"/>
                </a:solidFill>
                <a:latin typeface="Consolas" panose="020B0609020204030204" pitchFamily="49" charset="0"/>
              </a:rPr>
              <a:t>()</a:t>
            </a:r>
            <a:r>
              <a:rPr sz="1300" dirty="0">
                <a:latin typeface="Consolas" panose="020B0609020204030204" pitchFamily="49" charset="0"/>
              </a:rPr>
              <a:t> </a:t>
            </a:r>
            <a:br>
              <a:rPr sz="1300" dirty="0">
                <a:latin typeface="Consolas" panose="020B0609020204030204" pitchFamily="49" charset="0"/>
              </a:rPr>
            </a:br>
            <a:r>
              <a:rPr sz="1300" dirty="0">
                <a:latin typeface="Consolas" panose="020B0609020204030204" pitchFamily="49" charset="0"/>
              </a:rPr>
              <a:t>        </a:t>
            </a:r>
            <a:r>
              <a:rPr sz="1300" dirty="0">
                <a:solidFill>
                  <a:srgbClr val="666666"/>
                </a:solidFill>
                <a:latin typeface="Consolas" panose="020B0609020204030204" pitchFamily="49" charset="0"/>
              </a:rPr>
              <a:t>=&gt;</a:t>
            </a:r>
            <a:r>
              <a:rPr sz="1300" dirty="0">
                <a:latin typeface="Consolas" panose="020B0609020204030204" pitchFamily="49" charset="0"/>
              </a:rPr>
              <a:t> </a:t>
            </a:r>
            <a:r>
              <a:rPr sz="1300" dirty="0" err="1">
                <a:latin typeface="Consolas" panose="020B0609020204030204" pitchFamily="49" charset="0"/>
              </a:rPr>
              <a:t>Console</a:t>
            </a:r>
            <a:r>
              <a:rPr sz="1300" dirty="0" err="1">
                <a:solidFill>
                  <a:srgbClr val="666666"/>
                </a:solidFill>
                <a:latin typeface="Consolas" panose="020B0609020204030204" pitchFamily="49" charset="0"/>
              </a:rPr>
              <a:t>.</a:t>
            </a:r>
            <a:r>
              <a:rPr sz="1300" dirty="0" err="1">
                <a:solidFill>
                  <a:srgbClr val="06287E"/>
                </a:solidFill>
                <a:latin typeface="Consolas" panose="020B0609020204030204" pitchFamily="49" charset="0"/>
              </a:rPr>
              <a:t>WriteLine</a:t>
            </a:r>
            <a:r>
              <a:rPr sz="1300" dirty="0">
                <a:solidFill>
                  <a:srgbClr val="666666"/>
                </a:solidFill>
                <a:latin typeface="Consolas" panose="020B0609020204030204" pitchFamily="49" charset="0"/>
              </a:rPr>
              <a:t>(</a:t>
            </a:r>
            <a:r>
              <a:rPr sz="1300" dirty="0">
                <a:solidFill>
                  <a:srgbClr val="4070A0"/>
                </a:solidFill>
                <a:latin typeface="Consolas" panose="020B0609020204030204" pitchFamily="49" charset="0"/>
              </a:rPr>
              <a:t>"</a:t>
            </a:r>
            <a:r>
              <a:rPr sz="1300" dirty="0" err="1">
                <a:solidFill>
                  <a:srgbClr val="4070A0"/>
                </a:solidFill>
                <a:latin typeface="Consolas" panose="020B0609020204030204" pitchFamily="49" charset="0"/>
              </a:rPr>
              <a:t>Ihr</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Antrag</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wurde</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bewilligt</a:t>
            </a:r>
            <a:r>
              <a:rPr sz="1300" dirty="0">
                <a:solidFill>
                  <a:srgbClr val="4070A0"/>
                </a:solidFill>
                <a:latin typeface="Consolas" panose="020B0609020204030204" pitchFamily="49" charset="0"/>
              </a:rPr>
              <a:t>."</a:t>
            </a: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solidFill>
                  <a:srgbClr val="666666"/>
                </a:solidFill>
                <a:latin typeface="Consolas" panose="020B0609020204030204" pitchFamily="49" charset="0"/>
              </a:rPr>
              <a:t>}</a:t>
            </a:r>
            <a:br>
              <a:rPr sz="1300" dirty="0">
                <a:latin typeface="Consolas" panose="020B0609020204030204" pitchFamily="49" charset="0"/>
              </a:rPr>
            </a:br>
            <a:br>
              <a:rPr sz="1300" dirty="0">
                <a:latin typeface="Consolas" panose="020B0609020204030204" pitchFamily="49" charset="0"/>
              </a:rPr>
            </a:b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class</a:t>
            </a:r>
            <a:r>
              <a:rPr sz="1300" dirty="0">
                <a:latin typeface="Consolas" panose="020B0609020204030204" pitchFamily="49" charset="0"/>
              </a:rPr>
              <a:t> </a:t>
            </a:r>
            <a:r>
              <a:rPr sz="1300" dirty="0" err="1">
                <a:latin typeface="Consolas" panose="020B0609020204030204" pitchFamily="49" charset="0"/>
              </a:rPr>
              <a:t>AblehnungsBescheid</a:t>
            </a:r>
            <a:r>
              <a:rPr sz="1300" dirty="0">
                <a:latin typeface="Consolas" panose="020B0609020204030204" pitchFamily="49" charset="0"/>
              </a:rPr>
              <a:t> </a:t>
            </a:r>
            <a:r>
              <a:rPr sz="1300" dirty="0">
                <a:solidFill>
                  <a:srgbClr val="666666"/>
                </a:solidFill>
                <a:latin typeface="Consolas" panose="020B0609020204030204" pitchFamily="49" charset="0"/>
              </a:rPr>
              <a:t>:</a:t>
            </a:r>
            <a:r>
              <a:rPr sz="1300" dirty="0">
                <a:latin typeface="Consolas" panose="020B0609020204030204" pitchFamily="49" charset="0"/>
              </a:rPr>
              <a:t> </a:t>
            </a:r>
            <a:r>
              <a:rPr sz="1300" dirty="0" err="1">
                <a:latin typeface="Consolas" panose="020B0609020204030204" pitchFamily="49" charset="0"/>
              </a:rPr>
              <a:t>Bescheid</a:t>
            </a:r>
            <a:br>
              <a:rPr sz="1300" dirty="0">
                <a:latin typeface="Consolas" panose="020B0609020204030204" pitchFamily="49" charset="0"/>
              </a:rPr>
            </a:b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latin typeface="Consolas" panose="020B0609020204030204" pitchFamily="49" charset="0"/>
              </a:rPr>
              <a:t>    </a:t>
            </a:r>
            <a:r>
              <a:rPr sz="1300" b="1" dirty="0">
                <a:solidFill>
                  <a:srgbClr val="007020"/>
                </a:solidFill>
                <a:latin typeface="Consolas" panose="020B0609020204030204" pitchFamily="49" charset="0"/>
              </a:rPr>
              <a:t>public</a:t>
            </a:r>
            <a:r>
              <a:rPr sz="1300" dirty="0">
                <a:latin typeface="Consolas" panose="020B0609020204030204" pitchFamily="49" charset="0"/>
              </a:rPr>
              <a:t> </a:t>
            </a:r>
            <a:r>
              <a:rPr sz="1300" b="1" dirty="0">
                <a:solidFill>
                  <a:srgbClr val="007020"/>
                </a:solidFill>
                <a:latin typeface="Consolas" panose="020B0609020204030204" pitchFamily="49" charset="0"/>
              </a:rPr>
              <a:t>override</a:t>
            </a:r>
            <a:r>
              <a:rPr sz="1300" dirty="0">
                <a:latin typeface="Consolas" panose="020B0609020204030204" pitchFamily="49" charset="0"/>
              </a:rPr>
              <a:t> </a:t>
            </a:r>
            <a:r>
              <a:rPr sz="1300" dirty="0">
                <a:solidFill>
                  <a:srgbClr val="902000"/>
                </a:solidFill>
                <a:latin typeface="Consolas" panose="020B0609020204030204" pitchFamily="49" charset="0"/>
              </a:rPr>
              <a:t>void</a:t>
            </a:r>
            <a:r>
              <a:rPr sz="1300" dirty="0">
                <a:latin typeface="Consolas" panose="020B0609020204030204" pitchFamily="49" charset="0"/>
              </a:rPr>
              <a:t> </a:t>
            </a:r>
            <a:r>
              <a:rPr sz="1300" dirty="0" err="1">
                <a:solidFill>
                  <a:srgbClr val="06287E"/>
                </a:solidFill>
                <a:latin typeface="Consolas" panose="020B0609020204030204" pitchFamily="49" charset="0"/>
              </a:rPr>
              <a:t>GeneriereInhalt</a:t>
            </a:r>
            <a:r>
              <a:rPr sz="1300" dirty="0">
                <a:solidFill>
                  <a:srgbClr val="666666"/>
                </a:solidFill>
                <a:latin typeface="Consolas" panose="020B0609020204030204" pitchFamily="49" charset="0"/>
              </a:rPr>
              <a:t>()</a:t>
            </a:r>
            <a:r>
              <a:rPr sz="1300" dirty="0">
                <a:latin typeface="Consolas" panose="020B0609020204030204" pitchFamily="49" charset="0"/>
              </a:rPr>
              <a:t> </a:t>
            </a:r>
            <a:br>
              <a:rPr sz="1300" dirty="0">
                <a:latin typeface="Consolas" panose="020B0609020204030204" pitchFamily="49" charset="0"/>
              </a:rPr>
            </a:br>
            <a:r>
              <a:rPr sz="1300" dirty="0">
                <a:latin typeface="Consolas" panose="020B0609020204030204" pitchFamily="49" charset="0"/>
              </a:rPr>
              <a:t>        </a:t>
            </a:r>
            <a:r>
              <a:rPr sz="1300" dirty="0">
                <a:solidFill>
                  <a:srgbClr val="666666"/>
                </a:solidFill>
                <a:latin typeface="Consolas" panose="020B0609020204030204" pitchFamily="49" charset="0"/>
              </a:rPr>
              <a:t>=&gt;</a:t>
            </a:r>
            <a:r>
              <a:rPr sz="1300" dirty="0">
                <a:latin typeface="Consolas" panose="020B0609020204030204" pitchFamily="49" charset="0"/>
              </a:rPr>
              <a:t> </a:t>
            </a:r>
            <a:r>
              <a:rPr sz="1300" dirty="0" err="1">
                <a:latin typeface="Consolas" panose="020B0609020204030204" pitchFamily="49" charset="0"/>
              </a:rPr>
              <a:t>Console</a:t>
            </a:r>
            <a:r>
              <a:rPr sz="1300" dirty="0" err="1">
                <a:solidFill>
                  <a:srgbClr val="666666"/>
                </a:solidFill>
                <a:latin typeface="Consolas" panose="020B0609020204030204" pitchFamily="49" charset="0"/>
              </a:rPr>
              <a:t>.</a:t>
            </a:r>
            <a:r>
              <a:rPr sz="1300" dirty="0" err="1">
                <a:solidFill>
                  <a:srgbClr val="06287E"/>
                </a:solidFill>
                <a:latin typeface="Consolas" panose="020B0609020204030204" pitchFamily="49" charset="0"/>
              </a:rPr>
              <a:t>WriteLine</a:t>
            </a:r>
            <a:r>
              <a:rPr sz="1300" dirty="0">
                <a:solidFill>
                  <a:srgbClr val="666666"/>
                </a:solidFill>
                <a:latin typeface="Consolas" panose="020B0609020204030204" pitchFamily="49" charset="0"/>
              </a:rPr>
              <a:t>(</a:t>
            </a:r>
            <a:r>
              <a:rPr sz="1300" dirty="0">
                <a:solidFill>
                  <a:srgbClr val="4070A0"/>
                </a:solidFill>
                <a:latin typeface="Consolas" panose="020B0609020204030204" pitchFamily="49" charset="0"/>
              </a:rPr>
              <a:t>"</a:t>
            </a:r>
            <a:r>
              <a:rPr sz="1300" dirty="0" err="1">
                <a:solidFill>
                  <a:srgbClr val="4070A0"/>
                </a:solidFill>
                <a:latin typeface="Consolas" panose="020B0609020204030204" pitchFamily="49" charset="0"/>
              </a:rPr>
              <a:t>Ihr</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Antrag</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wurde</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leider</a:t>
            </a:r>
            <a:r>
              <a:rPr sz="1300" dirty="0">
                <a:solidFill>
                  <a:srgbClr val="4070A0"/>
                </a:solidFill>
                <a:latin typeface="Consolas" panose="020B0609020204030204" pitchFamily="49" charset="0"/>
              </a:rPr>
              <a:t> </a:t>
            </a:r>
            <a:r>
              <a:rPr sz="1300" dirty="0" err="1">
                <a:solidFill>
                  <a:srgbClr val="4070A0"/>
                </a:solidFill>
                <a:latin typeface="Consolas" panose="020B0609020204030204" pitchFamily="49" charset="0"/>
              </a:rPr>
              <a:t>abgelehnt</a:t>
            </a:r>
            <a:r>
              <a:rPr sz="1300" dirty="0">
                <a:solidFill>
                  <a:srgbClr val="4070A0"/>
                </a:solidFill>
                <a:latin typeface="Consolas" panose="020B0609020204030204" pitchFamily="49" charset="0"/>
              </a:rPr>
              <a:t>."</a:t>
            </a:r>
            <a:r>
              <a:rPr sz="1300" dirty="0">
                <a:solidFill>
                  <a:srgbClr val="666666"/>
                </a:solidFill>
                <a:latin typeface="Consolas" panose="020B0609020204030204" pitchFamily="49" charset="0"/>
              </a:rPr>
              <a:t>);</a:t>
            </a:r>
            <a:br>
              <a:rPr sz="1300" dirty="0">
                <a:latin typeface="Consolas" panose="020B0609020204030204" pitchFamily="49" charset="0"/>
              </a:rPr>
            </a:br>
            <a:r>
              <a:rPr sz="1300" dirty="0">
                <a:solidFill>
                  <a:srgbClr val="666666"/>
                </a:solidFill>
                <a:latin typeface="Consolas" panose="020B0609020204030204" pitchFamily="49" charset="0"/>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Factory Method: Die abstrakte Factory (Code)</a:t>
            </a:r>
          </a:p>
        </p:txBody>
      </p:sp>
      <p:sp>
        <p:nvSpPr>
          <p:cNvPr id="3" name="Content Placeholder 2"/>
          <p:cNvSpPr>
            <a:spLocks noGrp="1"/>
          </p:cNvSpPr>
          <p:nvPr>
            <p:ph idx="1"/>
          </p:nvPr>
        </p:nvSpPr>
        <p:spPr>
          <a:xfrm>
            <a:off x="617219" y="1103179"/>
            <a:ext cx="6063419" cy="3603318"/>
          </a:xfrm>
        </p:spPr>
        <p:txBody>
          <a:bodyPr>
            <a:normAutofit/>
          </a:bodyPr>
          <a:lstStyle/>
          <a:p>
            <a:pPr marL="0" indent="0">
              <a:buNone/>
            </a:pPr>
            <a:r>
              <a:rPr dirty="0"/>
              <a:t>Die </a:t>
            </a:r>
            <a:r>
              <a:rPr dirty="0" err="1"/>
              <a:t>Kernlogik</a:t>
            </a:r>
            <a:r>
              <a:rPr dirty="0"/>
              <a:t> </a:t>
            </a:r>
            <a:r>
              <a:rPr dirty="0" err="1"/>
              <a:t>arbeitet</a:t>
            </a:r>
            <a:r>
              <a:rPr dirty="0"/>
              <a:t> </a:t>
            </a:r>
            <a:r>
              <a:rPr dirty="0" err="1"/>
              <a:t>nur</a:t>
            </a:r>
            <a:r>
              <a:rPr dirty="0"/>
              <a:t> </a:t>
            </a:r>
            <a:r>
              <a:rPr dirty="0" err="1"/>
              <a:t>mit</a:t>
            </a:r>
            <a:r>
              <a:rPr dirty="0"/>
              <a:t> der </a:t>
            </a:r>
            <a:r>
              <a:rPr dirty="0" err="1"/>
              <a:t>Abstraktion</a:t>
            </a:r>
            <a:r>
              <a:rPr dirty="0"/>
              <a:t>, nicht </a:t>
            </a:r>
            <a:r>
              <a:rPr dirty="0" err="1"/>
              <a:t>mit</a:t>
            </a:r>
            <a:r>
              <a:rPr dirty="0"/>
              <a:t> den </a:t>
            </a:r>
            <a:r>
              <a:rPr dirty="0" err="1"/>
              <a:t>konkreten</a:t>
            </a:r>
            <a:r>
              <a:rPr dirty="0"/>
              <a:t> </a:t>
            </a:r>
            <a:r>
              <a:rPr dirty="0" err="1"/>
              <a:t>Typen</a:t>
            </a:r>
            <a:r>
              <a:rPr dirty="0"/>
              <a:t>.</a:t>
            </a:r>
          </a:p>
          <a:p>
            <a:pPr indent="0">
              <a:buNone/>
            </a:pPr>
            <a:r>
              <a:rPr sz="1200" i="1" dirty="0">
                <a:solidFill>
                  <a:srgbClr val="60A0B0"/>
                </a:solidFill>
                <a:latin typeface="Consolas" panose="020B0609020204030204" pitchFamily="49" charset="0"/>
              </a:rPr>
              <a:t>// Die Factory (</a:t>
            </a:r>
            <a:r>
              <a:rPr sz="1200" i="1" dirty="0" err="1">
                <a:solidFill>
                  <a:srgbClr val="60A0B0"/>
                </a:solidFill>
                <a:latin typeface="Consolas" panose="020B0609020204030204" pitchFamily="49" charset="0"/>
              </a:rPr>
              <a:t>Erzeuger</a:t>
            </a:r>
            <a:r>
              <a:rPr sz="1200" i="1" dirty="0">
                <a:solidFill>
                  <a:srgbClr val="60A0B0"/>
                </a:solidFill>
                <a:latin typeface="Consolas" panose="020B0609020204030204" pitchFamily="49" charset="0"/>
              </a:rPr>
              <a:t>)</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abstract</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BescheidErzeuger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Die </a:t>
            </a:r>
            <a:r>
              <a:rPr sz="1200" i="1" dirty="0" err="1">
                <a:solidFill>
                  <a:srgbClr val="60A0B0"/>
                </a:solidFill>
                <a:latin typeface="Consolas" panose="020B0609020204030204" pitchFamily="49" charset="0"/>
              </a:rPr>
              <a:t>eigentliche</a:t>
            </a:r>
            <a:r>
              <a:rPr sz="1200" i="1" dirty="0">
                <a:solidFill>
                  <a:srgbClr val="60A0B0"/>
                </a:solidFill>
                <a:latin typeface="Consolas" panose="020B0609020204030204" pitchFamily="49" charset="0"/>
              </a:rPr>
              <a:t> Factory Method</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abstract</a:t>
            </a:r>
            <a:r>
              <a:rPr sz="1200" dirty="0">
                <a:latin typeface="Consolas" panose="020B0609020204030204" pitchFamily="49" charset="0"/>
              </a:rPr>
              <a:t> </a:t>
            </a:r>
            <a:r>
              <a:rPr sz="1200" dirty="0" err="1">
                <a:latin typeface="Consolas" panose="020B0609020204030204" pitchFamily="49" charset="0"/>
              </a:rPr>
              <a:t>Bescheid</a:t>
            </a:r>
            <a:r>
              <a:rPr sz="1200" dirty="0">
                <a:latin typeface="Consolas" panose="020B0609020204030204" pitchFamily="49" charset="0"/>
              </a:rPr>
              <a:t> </a:t>
            </a:r>
            <a:r>
              <a:rPr sz="1200" dirty="0" err="1">
                <a:solidFill>
                  <a:srgbClr val="06287E"/>
                </a:solidFill>
                <a:latin typeface="Consolas" panose="020B0609020204030204" pitchFamily="49" charset="0"/>
              </a:rPr>
              <a:t>ErstelleBescheid</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Die </a:t>
            </a:r>
            <a:r>
              <a:rPr sz="1200" i="1" dirty="0" err="1">
                <a:solidFill>
                  <a:srgbClr val="60A0B0"/>
                </a:solidFill>
                <a:latin typeface="Consolas" panose="020B0609020204030204" pitchFamily="49" charset="0"/>
              </a:rPr>
              <a:t>Kernlogik</a:t>
            </a:r>
            <a:r>
              <a:rPr sz="1200" i="1" dirty="0">
                <a:solidFill>
                  <a:srgbClr val="60A0B0"/>
                </a:solidFill>
                <a:latin typeface="Consolas" panose="020B0609020204030204" pitchFamily="49" charset="0"/>
              </a:rPr>
              <a:t> (für alle </a:t>
            </a:r>
            <a:r>
              <a:rPr sz="1200" i="1" dirty="0" err="1">
                <a:solidFill>
                  <a:srgbClr val="60A0B0"/>
                </a:solidFill>
                <a:latin typeface="Consolas" panose="020B0609020204030204" pitchFamily="49" charset="0"/>
              </a:rPr>
              <a:t>gleich</a:t>
            </a:r>
            <a:r>
              <a:rPr sz="1200" i="1" dirty="0">
                <a:solidFill>
                  <a:srgbClr val="60A0B0"/>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void</a:t>
            </a:r>
            <a:r>
              <a:rPr sz="1200" dirty="0">
                <a:latin typeface="Consolas" panose="020B0609020204030204" pitchFamily="49" charset="0"/>
              </a:rPr>
              <a:t> </a:t>
            </a:r>
            <a:r>
              <a:rPr sz="1200" dirty="0" err="1">
                <a:solidFill>
                  <a:srgbClr val="06287E"/>
                </a:solidFill>
                <a:latin typeface="Consolas" panose="020B0609020204030204" pitchFamily="49" charset="0"/>
              </a:rPr>
              <a:t>SendeBescheid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902000"/>
                </a:solidFill>
                <a:latin typeface="Consolas" panose="020B0609020204030204" pitchFamily="49" charset="0"/>
              </a:rPr>
              <a:t>var</a:t>
            </a:r>
            <a:r>
              <a:rPr sz="1200" dirty="0">
                <a:latin typeface="Consolas" panose="020B0609020204030204" pitchFamily="49" charset="0"/>
              </a:rPr>
              <a:t> </a:t>
            </a:r>
            <a:r>
              <a:rPr sz="1200" dirty="0" err="1">
                <a:latin typeface="Consolas" panose="020B0609020204030204" pitchFamily="49" charset="0"/>
              </a:rPr>
              <a:t>bescheid</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solidFill>
                  <a:srgbClr val="06287E"/>
                </a:solidFill>
                <a:latin typeface="Consolas" panose="020B0609020204030204" pitchFamily="49" charset="0"/>
              </a:rPr>
              <a:t>ErstelleBescheid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bescheid</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GeneriereInhalt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Console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WriteLine</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Bescheid</a:t>
            </a:r>
            <a:r>
              <a:rPr sz="1200" dirty="0">
                <a:solidFill>
                  <a:srgbClr val="4070A0"/>
                </a:solidFill>
                <a:latin typeface="Consolas" panose="020B0609020204030204" pitchFamily="49" charset="0"/>
              </a:rPr>
              <a:t> </a:t>
            </a:r>
            <a:r>
              <a:rPr sz="1200" dirty="0" err="1">
                <a:solidFill>
                  <a:srgbClr val="4070A0"/>
                </a:solidFill>
                <a:latin typeface="Consolas" panose="020B0609020204030204" pitchFamily="49" charset="0"/>
              </a:rPr>
              <a:t>wird</a:t>
            </a:r>
            <a:r>
              <a:rPr sz="1200" dirty="0">
                <a:solidFill>
                  <a:srgbClr val="4070A0"/>
                </a:solidFill>
                <a:latin typeface="Consolas" panose="020B0609020204030204" pitchFamily="49" charset="0"/>
              </a:rPr>
              <a:t> per Post/E-Mail </a:t>
            </a:r>
            <a:r>
              <a:rPr sz="1200" dirty="0" err="1">
                <a:solidFill>
                  <a:srgbClr val="4070A0"/>
                </a:solidFill>
                <a:latin typeface="Consolas" panose="020B0609020204030204" pitchFamily="49" charset="0"/>
              </a:rPr>
              <a:t>versendet</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Factory Method: Konkrete Erzeuger (Code)</a:t>
            </a:r>
          </a:p>
        </p:txBody>
      </p:sp>
      <p:sp>
        <p:nvSpPr>
          <p:cNvPr id="3" name="Content Placeholder 2"/>
          <p:cNvSpPr>
            <a:spLocks noGrp="1"/>
          </p:cNvSpPr>
          <p:nvPr>
            <p:ph idx="1"/>
          </p:nvPr>
        </p:nvSpPr>
        <p:spPr/>
        <p:txBody>
          <a:bodyPr>
            <a:normAutofit/>
          </a:bodyPr>
          <a:lstStyle/>
          <a:p>
            <a:pPr marL="0" indent="0">
              <a:buNone/>
            </a:pPr>
            <a:r>
              <a:rPr dirty="0"/>
              <a:t>Die </a:t>
            </a:r>
            <a:r>
              <a:rPr dirty="0" err="1"/>
              <a:t>Entscheidung</a:t>
            </a:r>
            <a:r>
              <a:rPr dirty="0"/>
              <a:t> der </a:t>
            </a:r>
            <a:r>
              <a:rPr dirty="0" err="1"/>
              <a:t>Instanziierung</a:t>
            </a:r>
            <a:r>
              <a:rPr dirty="0"/>
              <a:t> </a:t>
            </a:r>
            <a:r>
              <a:rPr dirty="0" err="1"/>
              <a:t>liegt</a:t>
            </a:r>
            <a:r>
              <a:rPr dirty="0"/>
              <a:t> in </a:t>
            </a:r>
            <a:r>
              <a:rPr dirty="0" err="1"/>
              <a:t>diesen</a:t>
            </a:r>
            <a:r>
              <a:rPr dirty="0"/>
              <a:t> </a:t>
            </a:r>
            <a:r>
              <a:rPr dirty="0" err="1"/>
              <a:t>kleinen</a:t>
            </a:r>
            <a:r>
              <a:rPr dirty="0"/>
              <a:t> </a:t>
            </a:r>
            <a:r>
              <a:rPr dirty="0" err="1"/>
              <a:t>Unterklassen</a:t>
            </a:r>
            <a:r>
              <a:rPr dirty="0"/>
              <a:t>.</a:t>
            </a:r>
          </a:p>
          <a:p>
            <a:pPr indent="0">
              <a:buNone/>
            </a:pP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Konkrete</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Erzeuger</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BewilligungsErzeuger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BescheidErzeuger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err="1">
                <a:latin typeface="Consolas" panose="020B0609020204030204" pitchFamily="49" charset="0"/>
              </a:rPr>
              <a:t>Bescheid</a:t>
            </a:r>
            <a:r>
              <a:rPr sz="1200" dirty="0">
                <a:latin typeface="Consolas" panose="020B0609020204030204" pitchFamily="49" charset="0"/>
              </a:rPr>
              <a:t> </a:t>
            </a:r>
            <a:r>
              <a:rPr sz="1200" dirty="0" err="1">
                <a:solidFill>
                  <a:srgbClr val="06287E"/>
                </a:solidFill>
                <a:latin typeface="Consolas" panose="020B0609020204030204" pitchFamily="49" charset="0"/>
              </a:rPr>
              <a:t>ErstelleBescheid</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BewilligungsBescheid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AblehnungsErzeuger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BescheidErzeuger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err="1">
                <a:latin typeface="Consolas" panose="020B0609020204030204" pitchFamily="49" charset="0"/>
              </a:rPr>
              <a:t>Bescheid</a:t>
            </a:r>
            <a:r>
              <a:rPr sz="1200" dirty="0">
                <a:latin typeface="Consolas" panose="020B0609020204030204" pitchFamily="49" charset="0"/>
              </a:rPr>
              <a:t> </a:t>
            </a:r>
            <a:r>
              <a:rPr sz="1200" dirty="0" err="1">
                <a:solidFill>
                  <a:srgbClr val="06287E"/>
                </a:solidFill>
                <a:latin typeface="Consolas" panose="020B0609020204030204" pitchFamily="49" charset="0"/>
              </a:rPr>
              <a:t>ErstelleBescheid</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AblehnungsBescheid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Factory Method: Hauptprogramm (Code)</a:t>
            </a:r>
          </a:p>
        </p:txBody>
      </p:sp>
      <p:sp>
        <p:nvSpPr>
          <p:cNvPr id="3" name="Content Placeholder 2"/>
          <p:cNvSpPr>
            <a:spLocks noGrp="1"/>
          </p:cNvSpPr>
          <p:nvPr>
            <p:ph idx="1"/>
          </p:nvPr>
        </p:nvSpPr>
        <p:spPr/>
        <p:txBody>
          <a:bodyPr>
            <a:normAutofit/>
          </a:bodyPr>
          <a:lstStyle/>
          <a:p>
            <a:pPr marL="0" indent="0">
              <a:buNone/>
            </a:pPr>
            <a:r>
              <a:rPr dirty="0"/>
              <a:t>Das </a:t>
            </a:r>
            <a:r>
              <a:rPr dirty="0" err="1"/>
              <a:t>Hauptprogramm</a:t>
            </a:r>
            <a:r>
              <a:rPr dirty="0"/>
              <a:t> “</a:t>
            </a:r>
            <a:r>
              <a:rPr dirty="0" err="1"/>
              <a:t>kennt</a:t>
            </a:r>
            <a:r>
              <a:rPr dirty="0"/>
              <a:t>” nun </a:t>
            </a:r>
            <a:r>
              <a:rPr dirty="0" err="1"/>
              <a:t>nur</a:t>
            </a:r>
            <a:r>
              <a:rPr dirty="0"/>
              <a:t> </a:t>
            </a:r>
            <a:r>
              <a:rPr dirty="0" err="1"/>
              <a:t>noch</a:t>
            </a:r>
            <a:r>
              <a:rPr dirty="0"/>
              <a:t> die </a:t>
            </a:r>
            <a:r>
              <a:rPr dirty="0" err="1"/>
              <a:t>Erzeuger</a:t>
            </a:r>
            <a:r>
              <a:rPr dirty="0"/>
              <a:t> nicht </a:t>
            </a:r>
            <a:r>
              <a:rPr dirty="0" err="1"/>
              <a:t>mehr</a:t>
            </a:r>
            <a:r>
              <a:rPr dirty="0"/>
              <a:t> die </a:t>
            </a:r>
            <a:r>
              <a:rPr dirty="0" err="1"/>
              <a:t>Bescheide</a:t>
            </a:r>
            <a:r>
              <a:rPr dirty="0"/>
              <a:t>.</a:t>
            </a:r>
          </a:p>
          <a:p>
            <a:pPr indent="0">
              <a:buNone/>
            </a:pPr>
            <a:r>
              <a:rPr lang="de-DE" sz="1200" b="1" dirty="0" err="1">
                <a:solidFill>
                  <a:srgbClr val="007020"/>
                </a:solidFill>
                <a:latin typeface="Consolas" panose="020B0609020204030204" pitchFamily="49" charset="0"/>
              </a:rPr>
              <a:t>public</a:t>
            </a:r>
            <a:r>
              <a:rPr lang="de-DE" sz="1200" b="1" dirty="0">
                <a:solidFill>
                  <a:srgbClr val="007020"/>
                </a:solidFill>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Program</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a:solidFill>
                  <a:srgbClr val="902000"/>
                </a:solidFill>
                <a:latin typeface="Consolas" panose="020B0609020204030204" pitchFamily="49" charset="0"/>
              </a:rPr>
              <a:t>void</a:t>
            </a:r>
            <a:r>
              <a:rPr sz="1200" dirty="0">
                <a:latin typeface="Consolas" panose="020B0609020204030204" pitchFamily="49" charset="0"/>
              </a:rPr>
              <a:t> </a:t>
            </a:r>
            <a:r>
              <a:rPr sz="1200" dirty="0">
                <a:solidFill>
                  <a:srgbClr val="06287E"/>
                </a:solidFill>
                <a:latin typeface="Consolas" panose="020B0609020204030204" pitchFamily="49" charset="0"/>
              </a:rPr>
              <a:t>Main</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BescheidErzeuger</a:t>
            </a:r>
            <a:r>
              <a:rPr sz="1200" dirty="0">
                <a:latin typeface="Consolas" panose="020B0609020204030204" pitchFamily="49" charset="0"/>
              </a:rPr>
              <a:t> </a:t>
            </a:r>
            <a:r>
              <a:rPr sz="1200" dirty="0" err="1">
                <a:latin typeface="Consolas" panose="020B0609020204030204" pitchFamily="49" charset="0"/>
              </a:rPr>
              <a:t>erzeuger</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BewilligungsErzeuger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SendeBescheid</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Console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WriteLine</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AblehnungsErzeuger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SendeBescheid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214953"/>
            <a:ext cx="6063418" cy="820429"/>
          </a:xfrm>
        </p:spPr>
        <p:txBody>
          <a:bodyPr/>
          <a:lstStyle/>
          <a:p>
            <a:r>
              <a:rPr dirty="0" err="1"/>
              <a:t>Vorteile</a:t>
            </a:r>
            <a:r>
              <a:rPr dirty="0"/>
              <a:t> </a:t>
            </a:r>
            <a:r>
              <a:rPr lang="de-DE" dirty="0"/>
              <a:t>und Nachteile </a:t>
            </a:r>
            <a:r>
              <a:rPr dirty="0"/>
              <a:t>der Factory Method</a:t>
            </a:r>
          </a:p>
        </p:txBody>
      </p:sp>
      <p:sp>
        <p:nvSpPr>
          <p:cNvPr id="3" name="Content Placeholder 2"/>
          <p:cNvSpPr>
            <a:spLocks noGrp="1"/>
          </p:cNvSpPr>
          <p:nvPr>
            <p:ph idx="1"/>
          </p:nvPr>
        </p:nvSpPr>
        <p:spPr/>
        <p:txBody>
          <a:bodyPr/>
          <a:lstStyle/>
          <a:p>
            <a:pPr lvl="0"/>
            <a:r>
              <a:rPr lang="de-DE" b="1" dirty="0"/>
              <a:t>Vorteile</a:t>
            </a:r>
          </a:p>
          <a:p>
            <a:pPr lvl="1"/>
            <a:r>
              <a:rPr b="1" dirty="0"/>
              <a:t>Single Responsibility:</a:t>
            </a:r>
            <a:r>
              <a:rPr dirty="0"/>
              <a:t> Die </a:t>
            </a:r>
            <a:r>
              <a:rPr dirty="0" err="1"/>
              <a:t>Erzeugung</a:t>
            </a:r>
            <a:r>
              <a:rPr dirty="0"/>
              <a:t> der </a:t>
            </a:r>
            <a:r>
              <a:rPr dirty="0" err="1"/>
              <a:t>Objekte</a:t>
            </a:r>
            <a:r>
              <a:rPr dirty="0"/>
              <a:t> </a:t>
            </a:r>
            <a:r>
              <a:rPr dirty="0" err="1"/>
              <a:t>ist</a:t>
            </a:r>
            <a:r>
              <a:rPr dirty="0"/>
              <a:t> </a:t>
            </a:r>
            <a:r>
              <a:rPr dirty="0" err="1"/>
              <a:t>vom</a:t>
            </a:r>
            <a:r>
              <a:rPr dirty="0"/>
              <a:t> Rest des Codes </a:t>
            </a:r>
            <a:r>
              <a:rPr dirty="0" err="1"/>
              <a:t>isoliert</a:t>
            </a:r>
            <a:r>
              <a:rPr dirty="0"/>
              <a:t>.</a:t>
            </a:r>
          </a:p>
          <a:p>
            <a:pPr lvl="1"/>
            <a:r>
              <a:rPr b="1" dirty="0"/>
              <a:t>Open-Closed Principle:</a:t>
            </a:r>
            <a:r>
              <a:rPr dirty="0"/>
              <a:t> Sie </a:t>
            </a:r>
            <a:r>
              <a:rPr dirty="0" err="1"/>
              <a:t>können</a:t>
            </a:r>
            <a:r>
              <a:rPr dirty="0"/>
              <a:t> </a:t>
            </a:r>
            <a:r>
              <a:rPr dirty="0" err="1"/>
              <a:t>neue</a:t>
            </a:r>
            <a:r>
              <a:rPr dirty="0"/>
              <a:t> </a:t>
            </a:r>
            <a:r>
              <a:rPr dirty="0" err="1"/>
              <a:t>Bescheid-Arten</a:t>
            </a:r>
            <a:r>
              <a:rPr dirty="0"/>
              <a:t> (</a:t>
            </a:r>
            <a:r>
              <a:rPr dirty="0" err="1"/>
              <a:t>z.B.</a:t>
            </a:r>
            <a:r>
              <a:rPr dirty="0"/>
              <a:t> </a:t>
            </a:r>
            <a:r>
              <a:rPr dirty="0" err="1">
                <a:latin typeface="Courier"/>
              </a:rPr>
              <a:t>AnhoerungsBescheid</a:t>
            </a:r>
            <a:r>
              <a:rPr dirty="0"/>
              <a:t>) </a:t>
            </a:r>
            <a:r>
              <a:rPr dirty="0" err="1"/>
              <a:t>hinzufügen</a:t>
            </a:r>
            <a:r>
              <a:rPr dirty="0"/>
              <a:t>, </a:t>
            </a:r>
            <a:r>
              <a:rPr dirty="0" err="1"/>
              <a:t>ohne</a:t>
            </a:r>
            <a:r>
              <a:rPr dirty="0"/>
              <a:t> den </a:t>
            </a:r>
            <a:r>
              <a:rPr dirty="0" err="1"/>
              <a:t>bestehenden</a:t>
            </a:r>
            <a:r>
              <a:rPr dirty="0"/>
              <a:t> Versand-Code </a:t>
            </a:r>
            <a:r>
              <a:rPr dirty="0" err="1"/>
              <a:t>zu</a:t>
            </a:r>
            <a:r>
              <a:rPr dirty="0"/>
              <a:t> </a:t>
            </a:r>
            <a:r>
              <a:rPr dirty="0" err="1"/>
              <a:t>verändern</a:t>
            </a:r>
            <a:r>
              <a:rPr dirty="0"/>
              <a:t>.</a:t>
            </a:r>
            <a:endParaRPr lang="de-DE" dirty="0"/>
          </a:p>
          <a:p>
            <a:pPr lvl="0"/>
            <a:br>
              <a:rPr lang="de-DE" b="1" dirty="0"/>
            </a:br>
            <a:r>
              <a:rPr lang="de-DE" b="1" dirty="0"/>
              <a:t>Nachteile</a:t>
            </a:r>
          </a:p>
          <a:p>
            <a:pPr lvl="1"/>
            <a:r>
              <a:rPr lang="de-DE" b="1" dirty="0"/>
              <a:t>Schlechte Erweiterbarkeit:</a:t>
            </a:r>
            <a:r>
              <a:rPr lang="de-DE" dirty="0"/>
              <a:t> Das Hauptprogramm muss immer noch alle konkreten </a:t>
            </a:r>
            <a:r>
              <a:rPr lang="de-DE" dirty="0" err="1">
                <a:latin typeface="Courier"/>
              </a:rPr>
              <a:t>BescheidErzeuger</a:t>
            </a:r>
            <a:r>
              <a:rPr lang="de-DE" dirty="0"/>
              <a:t> kennen.</a:t>
            </a:r>
          </a:p>
          <a:p>
            <a:pPr marL="0" indent="0">
              <a:buNone/>
            </a:pPr>
            <a:endParaRPr lang="de-DE" dirty="0"/>
          </a:p>
          <a:p>
            <a:pPr marL="0" indent="0">
              <a:buNone/>
            </a:pPr>
            <a:r>
              <a:rPr lang="de-DE" dirty="0"/>
              <a:t>Auftritt </a:t>
            </a:r>
            <a:r>
              <a:rPr lang="de-DE" b="1" dirty="0"/>
              <a:t>Simple Factory</a:t>
            </a:r>
            <a:r>
              <a:rPr lang="de-DE" dirty="0"/>
              <a:t>!</a:t>
            </a:r>
          </a:p>
          <a:p>
            <a:pPr marL="0" lvl="0" indent="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Factory: Die Fabrik (Code)</a:t>
            </a:r>
          </a:p>
        </p:txBody>
      </p:sp>
      <p:sp>
        <p:nvSpPr>
          <p:cNvPr id="3" name="Content Placeholder 2"/>
          <p:cNvSpPr>
            <a:spLocks noGrp="1"/>
          </p:cNvSpPr>
          <p:nvPr>
            <p:ph idx="1"/>
          </p:nvPr>
        </p:nvSpPr>
        <p:spPr>
          <a:xfrm>
            <a:off x="617219" y="1103179"/>
            <a:ext cx="5957002" cy="3603318"/>
          </a:xfrm>
        </p:spPr>
        <p:txBody>
          <a:bodyPr>
            <a:normAutofit/>
          </a:bodyPr>
          <a:lstStyle/>
          <a:p>
            <a:pPr lvl="0"/>
            <a:r>
              <a:rPr dirty="0"/>
              <a:t>Die Fabrik </a:t>
            </a:r>
            <a:r>
              <a:rPr dirty="0" err="1"/>
              <a:t>wählt</a:t>
            </a:r>
            <a:r>
              <a:rPr dirty="0"/>
              <a:t> den </a:t>
            </a:r>
            <a:r>
              <a:rPr dirty="0" err="1"/>
              <a:t>richtigen</a:t>
            </a:r>
            <a:r>
              <a:rPr dirty="0"/>
              <a:t> </a:t>
            </a:r>
            <a:r>
              <a:rPr dirty="0" err="1"/>
              <a:t>Erzeuger</a:t>
            </a:r>
            <a:r>
              <a:rPr dirty="0"/>
              <a:t> </a:t>
            </a:r>
            <a:r>
              <a:rPr dirty="0" err="1"/>
              <a:t>anhand</a:t>
            </a:r>
            <a:r>
              <a:rPr dirty="0"/>
              <a:t> </a:t>
            </a:r>
            <a:r>
              <a:rPr dirty="0" err="1"/>
              <a:t>eines</a:t>
            </a:r>
            <a:r>
              <a:rPr dirty="0"/>
              <a:t> Parameters (</a:t>
            </a:r>
            <a:r>
              <a:rPr dirty="0" err="1"/>
              <a:t>hier</a:t>
            </a:r>
            <a:r>
              <a:rPr dirty="0"/>
              <a:t> </a:t>
            </a:r>
            <a:r>
              <a:rPr dirty="0" err="1"/>
              <a:t>ein</a:t>
            </a:r>
            <a:r>
              <a:rPr dirty="0"/>
              <a:t> </a:t>
            </a:r>
            <a:r>
              <a:rPr dirty="0" err="1"/>
              <a:t>einfacher</a:t>
            </a:r>
            <a:r>
              <a:rPr dirty="0"/>
              <a:t> String) </a:t>
            </a:r>
            <a:r>
              <a:rPr dirty="0" err="1"/>
              <a:t>aus.</a:t>
            </a:r>
            <a:endParaRPr dirty="0"/>
          </a:p>
          <a:p>
            <a:pPr lvl="0"/>
            <a:r>
              <a:rPr dirty="0"/>
              <a:t>In der Praxis </a:t>
            </a:r>
            <a:r>
              <a:rPr dirty="0" err="1"/>
              <a:t>ist</a:t>
            </a:r>
            <a:r>
              <a:rPr dirty="0"/>
              <a:t> die </a:t>
            </a:r>
            <a:r>
              <a:rPr dirty="0" err="1"/>
              <a:t>häufig</a:t>
            </a:r>
            <a:r>
              <a:rPr dirty="0"/>
              <a:t> </a:t>
            </a:r>
            <a:r>
              <a:rPr dirty="0" err="1"/>
              <a:t>ein</a:t>
            </a:r>
            <a:r>
              <a:rPr dirty="0"/>
              <a:t> Enum.</a:t>
            </a:r>
          </a:p>
          <a:p>
            <a:pPr indent="0">
              <a:buNone/>
            </a:pPr>
            <a:br>
              <a:rPr lang="de-DE" sz="1200" b="1" dirty="0">
                <a:solidFill>
                  <a:srgbClr val="007020"/>
                </a:solidFill>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ErzeugerFactory</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err="1">
                <a:latin typeface="Consolas" panose="020B0609020204030204" pitchFamily="49" charset="0"/>
              </a:rPr>
              <a:t>BescheidErzeuger</a:t>
            </a:r>
            <a:r>
              <a:rPr sz="1200" dirty="0">
                <a:latin typeface="Consolas" panose="020B0609020204030204" pitchFamily="49" charset="0"/>
              </a:rPr>
              <a:t> </a:t>
            </a:r>
            <a:r>
              <a:rPr sz="1200" dirty="0" err="1">
                <a:solidFill>
                  <a:srgbClr val="06287E"/>
                </a:solidFill>
                <a:latin typeface="Consolas" panose="020B0609020204030204" pitchFamily="49" charset="0"/>
              </a:rPr>
              <a:t>Erstelle</a:t>
            </a:r>
            <a:r>
              <a:rPr sz="1200" dirty="0">
                <a:solidFill>
                  <a:srgbClr val="666666"/>
                </a:solidFill>
                <a:latin typeface="Consolas" panose="020B0609020204030204" pitchFamily="49" charset="0"/>
              </a:rPr>
              <a:t>(</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typ</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a:t>
            </a:r>
            <a:r>
              <a:rPr sz="1200" dirty="0" err="1">
                <a:latin typeface="Consolas" panose="020B0609020204030204" pitchFamily="49" charset="0"/>
              </a:rPr>
              <a:t>typ</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ToLower</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switch</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bewilligung</a:t>
            </a:r>
            <a:r>
              <a:rPr sz="1200" dirty="0">
                <a:solidFill>
                  <a:srgbClr val="4070A0"/>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BewilligungsErzeuger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ablehnung</a:t>
            </a:r>
            <a:r>
              <a:rPr sz="1200" dirty="0">
                <a:solidFill>
                  <a:srgbClr val="4070A0"/>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AblehnungsErzeuger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_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throw</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ArgumentException</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Unbekannter</a:t>
            </a:r>
            <a:r>
              <a:rPr sz="1200" dirty="0">
                <a:solidFill>
                  <a:srgbClr val="4070A0"/>
                </a:solidFill>
                <a:latin typeface="Consolas" panose="020B0609020204030204" pitchFamily="49" charset="0"/>
              </a:rPr>
              <a:t> </a:t>
            </a:r>
            <a:r>
              <a:rPr sz="1200" dirty="0" err="1">
                <a:solidFill>
                  <a:srgbClr val="4070A0"/>
                </a:solidFill>
                <a:latin typeface="Consolas" panose="020B0609020204030204" pitchFamily="49" charset="0"/>
              </a:rPr>
              <a:t>Typ</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84D1-4649-11F8-F0B4-933FAB8E16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12F6E1-5BFD-5EB8-3892-A2CE238F1BD7}"/>
              </a:ext>
            </a:extLst>
          </p:cNvPr>
          <p:cNvSpPr>
            <a:spLocks noGrp="1"/>
          </p:cNvSpPr>
          <p:nvPr>
            <p:ph type="title"/>
          </p:nvPr>
        </p:nvSpPr>
        <p:spPr/>
        <p:txBody>
          <a:bodyPr/>
          <a:lstStyle/>
          <a:p>
            <a:r>
              <a:rPr dirty="0"/>
              <a:t>Simple Factory: </a:t>
            </a:r>
            <a:r>
              <a:rPr lang="de-DE" dirty="0"/>
              <a:t>Altes vs. Neues C#</a:t>
            </a:r>
            <a:endParaRPr dirty="0"/>
          </a:p>
        </p:txBody>
      </p:sp>
      <p:sp>
        <p:nvSpPr>
          <p:cNvPr id="3" name="Content Placeholder 2">
            <a:extLst>
              <a:ext uri="{FF2B5EF4-FFF2-40B4-BE49-F238E27FC236}">
                <a16:creationId xmlns:a16="http://schemas.microsoft.com/office/drawing/2014/main" id="{0018CBD9-E858-5E1C-C591-7BC1948C6207}"/>
              </a:ext>
            </a:extLst>
          </p:cNvPr>
          <p:cNvSpPr>
            <a:spLocks noGrp="1"/>
          </p:cNvSpPr>
          <p:nvPr>
            <p:ph idx="1"/>
          </p:nvPr>
        </p:nvSpPr>
        <p:spPr>
          <a:xfrm>
            <a:off x="617219" y="1103179"/>
            <a:ext cx="5957002" cy="3603318"/>
          </a:xfrm>
        </p:spPr>
        <p:txBody>
          <a:bodyPr>
            <a:normAutofit lnSpcReduction="10000"/>
          </a:bodyPr>
          <a:lstStyle/>
          <a:p>
            <a:pPr indent="0">
              <a:buNone/>
            </a:pP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ErzeugerFactory</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err="1">
                <a:latin typeface="Consolas" panose="020B0609020204030204" pitchFamily="49" charset="0"/>
              </a:rPr>
              <a:t>BescheidErzeuger</a:t>
            </a:r>
            <a:r>
              <a:rPr sz="1200" dirty="0">
                <a:latin typeface="Consolas" panose="020B0609020204030204" pitchFamily="49" charset="0"/>
              </a:rPr>
              <a:t> </a:t>
            </a:r>
            <a:r>
              <a:rPr sz="1200" dirty="0" err="1">
                <a:solidFill>
                  <a:srgbClr val="06287E"/>
                </a:solidFill>
                <a:latin typeface="Consolas" panose="020B0609020204030204" pitchFamily="49" charset="0"/>
              </a:rPr>
              <a:t>Erstelle</a:t>
            </a:r>
            <a:r>
              <a:rPr sz="1200" dirty="0">
                <a:solidFill>
                  <a:srgbClr val="666666"/>
                </a:solidFill>
                <a:latin typeface="Consolas" panose="020B0609020204030204" pitchFamily="49" charset="0"/>
              </a:rPr>
              <a:t>(</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typ</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a:t>
            </a:r>
            <a:r>
              <a:rPr sz="1200" dirty="0" err="1">
                <a:latin typeface="Consolas" panose="020B0609020204030204" pitchFamily="49" charset="0"/>
              </a:rPr>
              <a:t>typ</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ToLower</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switch</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bewilligung</a:t>
            </a:r>
            <a:r>
              <a:rPr sz="1200" dirty="0">
                <a:solidFill>
                  <a:srgbClr val="4070A0"/>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BewilligungsErzeuger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ablehnung</a:t>
            </a:r>
            <a:r>
              <a:rPr sz="1200" dirty="0">
                <a:solidFill>
                  <a:srgbClr val="4070A0"/>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AblehnungsErzeuger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_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a:solidFill>
                  <a:srgbClr val="007020"/>
                </a:solidFill>
                <a:latin typeface="Consolas" panose="020B0609020204030204" pitchFamily="49" charset="0"/>
              </a:rPr>
              <a:t>throw</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ArgumentException</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Unbekannter</a:t>
            </a:r>
            <a:r>
              <a:rPr sz="1200" dirty="0">
                <a:solidFill>
                  <a:srgbClr val="4070A0"/>
                </a:solidFill>
                <a:latin typeface="Consolas" panose="020B0609020204030204" pitchFamily="49" charset="0"/>
              </a:rPr>
              <a:t> </a:t>
            </a:r>
            <a:r>
              <a:rPr sz="1200" dirty="0" err="1">
                <a:solidFill>
                  <a:srgbClr val="4070A0"/>
                </a:solidFill>
                <a:latin typeface="Consolas" panose="020B0609020204030204" pitchFamily="49" charset="0"/>
              </a:rPr>
              <a:t>Typ</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synonym </a:t>
            </a:r>
            <a:r>
              <a:rPr sz="1200" i="1" dirty="0" err="1">
                <a:solidFill>
                  <a:srgbClr val="60A0B0"/>
                </a:solidFill>
                <a:latin typeface="Consolas" panose="020B0609020204030204" pitchFamily="49" charset="0"/>
              </a:rPr>
              <a:t>zu</a:t>
            </a:r>
            <a:r>
              <a:rPr sz="1200" i="1" dirty="0">
                <a:solidFill>
                  <a:srgbClr val="60A0B0"/>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switch</a:t>
            </a:r>
            <a:r>
              <a:rPr sz="1200" dirty="0">
                <a:solidFill>
                  <a:srgbClr val="666666"/>
                </a:solidFill>
                <a:latin typeface="Consolas" panose="020B0609020204030204" pitchFamily="49" charset="0"/>
              </a:rPr>
              <a:t>(</a:t>
            </a:r>
            <a:r>
              <a:rPr sz="1200" dirty="0" err="1">
                <a:latin typeface="Consolas" panose="020B0609020204030204" pitchFamily="49" charset="0"/>
              </a:rPr>
              <a:t>typ</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ToLower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case</a:t>
            </a: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bewilligung</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BewilligungsErzeuger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case</a:t>
            </a: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ablehnung</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AblehnungsErzeuger</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default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throw</a:t>
            </a:r>
            <a:r>
              <a:rPr sz="1200" dirty="0">
                <a:latin typeface="Consolas" panose="020B0609020204030204" pitchFamily="49" charset="0"/>
              </a:rPr>
              <a:t> </a:t>
            </a:r>
            <a:r>
              <a:rPr sz="1200" b="1" dirty="0">
                <a:solidFill>
                  <a:srgbClr val="007020"/>
                </a:solidFill>
                <a:latin typeface="Consolas" panose="020B0609020204030204" pitchFamily="49" charset="0"/>
              </a:rPr>
              <a:t>new</a:t>
            </a:r>
            <a:r>
              <a:rPr sz="1200" dirty="0">
                <a:latin typeface="Consolas" panose="020B0609020204030204" pitchFamily="49" charset="0"/>
              </a:rPr>
              <a:t> </a:t>
            </a:r>
            <a:r>
              <a:rPr sz="1200" dirty="0" err="1">
                <a:solidFill>
                  <a:srgbClr val="06287E"/>
                </a:solidFill>
                <a:latin typeface="Consolas" panose="020B0609020204030204" pitchFamily="49" charset="0"/>
              </a:rPr>
              <a:t>ArgumentException</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Unbekannter</a:t>
            </a:r>
            <a:r>
              <a:rPr sz="1200" dirty="0">
                <a:solidFill>
                  <a:srgbClr val="4070A0"/>
                </a:solidFill>
                <a:latin typeface="Consolas" panose="020B0609020204030204" pitchFamily="49" charset="0"/>
              </a:rPr>
              <a:t> </a:t>
            </a:r>
            <a:r>
              <a:rPr sz="1200" dirty="0" err="1">
                <a:solidFill>
                  <a:srgbClr val="4070A0"/>
                </a:solidFill>
                <a:latin typeface="Consolas" panose="020B0609020204030204" pitchFamily="49" charset="0"/>
              </a:rPr>
              <a:t>Typ</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extLst>
      <p:ext uri="{BB962C8B-B14F-4D97-AF65-F5344CB8AC3E}">
        <p14:creationId xmlns:p14="http://schemas.microsoft.com/office/powerpoint/2010/main" val="17854473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Factory: Das Hauptprogramm (Code)</a:t>
            </a:r>
          </a:p>
        </p:txBody>
      </p:sp>
      <p:sp>
        <p:nvSpPr>
          <p:cNvPr id="3" name="Content Placeholder 2"/>
          <p:cNvSpPr>
            <a:spLocks noGrp="1"/>
          </p:cNvSpPr>
          <p:nvPr>
            <p:ph idx="1"/>
          </p:nvPr>
        </p:nvSpPr>
        <p:spPr/>
        <p:txBody>
          <a:bodyPr>
            <a:normAutofit/>
          </a:bodyPr>
          <a:lstStyle/>
          <a:p>
            <a:pPr marL="0" indent="0">
              <a:buNone/>
            </a:pPr>
            <a:r>
              <a:rPr dirty="0"/>
              <a:t>Das </a:t>
            </a:r>
            <a:r>
              <a:rPr dirty="0" err="1"/>
              <a:t>Hauptprogramm</a:t>
            </a:r>
            <a:r>
              <a:rPr dirty="0"/>
              <a:t> </a:t>
            </a:r>
            <a:r>
              <a:rPr dirty="0" err="1"/>
              <a:t>kennt</a:t>
            </a:r>
            <a:r>
              <a:rPr dirty="0"/>
              <a:t> </a:t>
            </a:r>
            <a:r>
              <a:rPr dirty="0" err="1"/>
              <a:t>nur</a:t>
            </a:r>
            <a:r>
              <a:rPr dirty="0"/>
              <a:t> </a:t>
            </a:r>
            <a:r>
              <a:rPr dirty="0" err="1"/>
              <a:t>noch</a:t>
            </a:r>
            <a:r>
              <a:rPr dirty="0"/>
              <a:t> den </a:t>
            </a:r>
            <a:r>
              <a:rPr dirty="0" err="1"/>
              <a:t>abstrakten</a:t>
            </a:r>
            <a:r>
              <a:rPr dirty="0"/>
              <a:t> </a:t>
            </a:r>
            <a:r>
              <a:rPr b="1" dirty="0" err="1">
                <a:latin typeface="Courier"/>
              </a:rPr>
              <a:t>Bescheiderzeuger</a:t>
            </a:r>
            <a:r>
              <a:rPr dirty="0"/>
              <a:t> und </a:t>
            </a:r>
            <a:r>
              <a:rPr dirty="0" err="1"/>
              <a:t>wählt</a:t>
            </a:r>
            <a:r>
              <a:rPr dirty="0"/>
              <a:t> den </a:t>
            </a:r>
            <a:r>
              <a:rPr dirty="0" err="1"/>
              <a:t>konkreten</a:t>
            </a:r>
            <a:r>
              <a:rPr dirty="0"/>
              <a:t> </a:t>
            </a:r>
            <a:r>
              <a:rPr dirty="0" err="1"/>
              <a:t>mit</a:t>
            </a:r>
            <a:r>
              <a:rPr dirty="0"/>
              <a:t> Hilfe </a:t>
            </a:r>
            <a:r>
              <a:rPr dirty="0" err="1"/>
              <a:t>eines</a:t>
            </a:r>
            <a:r>
              <a:rPr dirty="0"/>
              <a:t> Parameters (</a:t>
            </a:r>
            <a:r>
              <a:rPr dirty="0" err="1"/>
              <a:t>hier</a:t>
            </a:r>
            <a:r>
              <a:rPr dirty="0"/>
              <a:t> Namen) </a:t>
            </a:r>
            <a:r>
              <a:rPr dirty="0" err="1"/>
              <a:t>aus.</a:t>
            </a:r>
            <a:endParaRPr dirty="0"/>
          </a:p>
          <a:p>
            <a:pPr indent="0">
              <a:buNone/>
            </a:pPr>
            <a:br>
              <a:rPr lang="de-DE" sz="1200" b="1" dirty="0">
                <a:solidFill>
                  <a:srgbClr val="007020"/>
                </a:solidFill>
                <a:latin typeface="Consolas" panose="020B0609020204030204" pitchFamily="49" charset="0"/>
              </a:rPr>
            </a:br>
            <a:r>
              <a:rPr sz="1200" b="1" dirty="0">
                <a:solidFill>
                  <a:srgbClr val="007020"/>
                </a:solidFill>
                <a:latin typeface="Consolas" panose="020B0609020204030204" pitchFamily="49" charset="0"/>
              </a:rPr>
              <a:t>class</a:t>
            </a:r>
            <a:r>
              <a:rPr sz="1200" dirty="0">
                <a:latin typeface="Consolas" panose="020B0609020204030204" pitchFamily="49" charset="0"/>
              </a:rPr>
              <a:t> Program</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static</a:t>
            </a:r>
            <a:r>
              <a:rPr sz="1200" dirty="0">
                <a:latin typeface="Consolas" panose="020B0609020204030204" pitchFamily="49" charset="0"/>
              </a:rPr>
              <a:t> </a:t>
            </a:r>
            <a:r>
              <a:rPr sz="1200" dirty="0">
                <a:solidFill>
                  <a:srgbClr val="902000"/>
                </a:solidFill>
                <a:latin typeface="Consolas" panose="020B0609020204030204" pitchFamily="49" charset="0"/>
              </a:rPr>
              <a:t>void</a:t>
            </a:r>
            <a:r>
              <a:rPr sz="1200" dirty="0">
                <a:latin typeface="Consolas" panose="020B0609020204030204" pitchFamily="49" charset="0"/>
              </a:rPr>
              <a:t> </a:t>
            </a:r>
            <a:r>
              <a:rPr sz="1200" dirty="0">
                <a:solidFill>
                  <a:srgbClr val="06287E"/>
                </a:solidFill>
                <a:latin typeface="Consolas" panose="020B0609020204030204" pitchFamily="49" charset="0"/>
              </a:rPr>
              <a:t>Main</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BescheidErzeuger</a:t>
            </a:r>
            <a:r>
              <a:rPr sz="1200" dirty="0">
                <a:latin typeface="Consolas" panose="020B0609020204030204" pitchFamily="49" charset="0"/>
              </a:rPr>
              <a:t> </a:t>
            </a:r>
            <a:r>
              <a:rPr sz="1200" dirty="0" err="1">
                <a:latin typeface="Consolas" panose="020B0609020204030204" pitchFamily="49" charset="0"/>
              </a:rPr>
              <a:t>erzeuger</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ErzeugerFactory</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Erstelle</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bewilligung</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SendeBescheid</a:t>
            </a: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ErzeugerFactory</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Erstelle</a:t>
            </a:r>
            <a:r>
              <a:rPr sz="1200" dirty="0">
                <a:solidFill>
                  <a:srgbClr val="666666"/>
                </a:solidFill>
                <a:latin typeface="Consolas" panose="020B0609020204030204" pitchFamily="49" charset="0"/>
              </a:rPr>
              <a:t>(</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ablehnung</a:t>
            </a:r>
            <a:r>
              <a:rPr sz="1200" dirty="0">
                <a:solidFill>
                  <a:srgbClr val="4070A0"/>
                </a:solidFill>
                <a:latin typeface="Consolas" panose="020B0609020204030204" pitchFamily="49" charset="0"/>
              </a:rPr>
              <a:t>"</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err="1">
                <a:latin typeface="Consolas" panose="020B0609020204030204" pitchFamily="49" charset="0"/>
              </a:rPr>
              <a:t>erzeuger</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SendeBescheid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Vorteile der Simple Factory</a:t>
            </a:r>
          </a:p>
        </p:txBody>
      </p:sp>
      <p:sp>
        <p:nvSpPr>
          <p:cNvPr id="3" name="Content Placeholder 2"/>
          <p:cNvSpPr>
            <a:spLocks noGrp="1"/>
          </p:cNvSpPr>
          <p:nvPr>
            <p:ph idx="1"/>
          </p:nvPr>
        </p:nvSpPr>
        <p:spPr/>
        <p:txBody>
          <a:bodyPr/>
          <a:lstStyle/>
          <a:p>
            <a:pPr lvl="0"/>
            <a:r>
              <a:rPr b="1"/>
              <a:t>Weniger Wissen im Hauptprogramm:</a:t>
            </a:r>
            <a:r>
              <a:t> Das Hauptprogramm hat eine losere Kopplung an konkrete Klassen.</a:t>
            </a:r>
          </a:p>
          <a:p>
            <a:pPr lvl="0"/>
            <a:r>
              <a:rPr b="1"/>
              <a:t>Zentrale Auswahl-Logik:</a:t>
            </a:r>
            <a:r>
              <a:t> Die Entscheidung „welcher Erzeuger für welchen Fall?“ liegt an einer Stelle.</a:t>
            </a:r>
          </a:p>
          <a:p>
            <a:pPr lvl="0"/>
            <a:r>
              <a:rPr b="1"/>
              <a:t>Einfache Mapping-Änderungen:</a:t>
            </a:r>
            <a:r>
              <a:t> Wenn sich die Zuordnung ändert, ändert man nur die Fabrik.</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Unterscheidung</a:t>
            </a:r>
            <a:r>
              <a:rPr dirty="0"/>
              <a:t>: </a:t>
            </a:r>
            <a:br>
              <a:rPr lang="de-DE" dirty="0"/>
            </a:br>
            <a:r>
              <a:rPr dirty="0"/>
              <a:t>Factory Method + Simple Factory</a:t>
            </a:r>
          </a:p>
        </p:txBody>
      </p:sp>
      <p:sp>
        <p:nvSpPr>
          <p:cNvPr id="3" name="Content Placeholder 2"/>
          <p:cNvSpPr>
            <a:spLocks noGrp="1"/>
          </p:cNvSpPr>
          <p:nvPr>
            <p:ph idx="1"/>
          </p:nvPr>
        </p:nvSpPr>
        <p:spPr/>
        <p:txBody>
          <a:bodyPr/>
          <a:lstStyle/>
          <a:p>
            <a:pPr lvl="0"/>
            <a:endParaRPr lang="de-DE" b="1" dirty="0"/>
          </a:p>
          <a:p>
            <a:pPr lvl="0"/>
            <a:r>
              <a:rPr b="1" dirty="0"/>
              <a:t>Factory Method:</a:t>
            </a:r>
            <a:r>
              <a:rPr dirty="0"/>
              <a:t> Wie </a:t>
            </a:r>
            <a:r>
              <a:rPr dirty="0" err="1"/>
              <a:t>entsteht</a:t>
            </a:r>
            <a:r>
              <a:rPr dirty="0"/>
              <a:t> </a:t>
            </a:r>
            <a:r>
              <a:rPr dirty="0" err="1"/>
              <a:t>ein</a:t>
            </a:r>
            <a:r>
              <a:rPr dirty="0"/>
              <a:t> </a:t>
            </a:r>
            <a:r>
              <a:rPr dirty="0" err="1"/>
              <a:t>Produkt</a:t>
            </a:r>
            <a:r>
              <a:rPr dirty="0"/>
              <a:t>?</a:t>
            </a:r>
          </a:p>
          <a:p>
            <a:pPr lvl="0"/>
            <a:r>
              <a:rPr b="1" dirty="0"/>
              <a:t>Simple Factory:</a:t>
            </a:r>
            <a:r>
              <a:rPr dirty="0"/>
              <a:t> Welcher </a:t>
            </a:r>
            <a:r>
              <a:rPr dirty="0" err="1"/>
              <a:t>Erzeuger</a:t>
            </a:r>
            <a:r>
              <a:rPr dirty="0"/>
              <a:t> </a:t>
            </a:r>
            <a:r>
              <a:rPr dirty="0" err="1"/>
              <a:t>wird</a:t>
            </a:r>
            <a:r>
              <a:rPr dirty="0"/>
              <a:t> </a:t>
            </a:r>
            <a:r>
              <a:rPr dirty="0" err="1"/>
              <a:t>gewählt</a:t>
            </a:r>
            <a:r>
              <a:rPr dirty="0"/>
              <a:t>?</a:t>
            </a:r>
          </a:p>
          <a:p>
            <a:pPr marL="0" indent="0">
              <a:buNone/>
            </a:pPr>
            <a:endParaRPr lang="de-DE" b="1" dirty="0"/>
          </a:p>
          <a:p>
            <a:pPr marL="0" indent="0">
              <a:buNone/>
            </a:pPr>
            <a:r>
              <a:rPr b="1" dirty="0" err="1"/>
              <a:t>Wichtige</a:t>
            </a:r>
            <a:r>
              <a:rPr b="1" dirty="0"/>
              <a:t> </a:t>
            </a:r>
            <a:r>
              <a:rPr b="1" dirty="0" err="1"/>
              <a:t>Einschränkung</a:t>
            </a:r>
            <a:r>
              <a:rPr b="1" dirty="0"/>
              <a:t>:</a:t>
            </a:r>
          </a:p>
          <a:p>
            <a:pPr marL="0" indent="0">
              <a:buNone/>
            </a:pPr>
            <a:r>
              <a:rPr dirty="0"/>
              <a:t>Die </a:t>
            </a:r>
            <a:r>
              <a:rPr dirty="0">
                <a:latin typeface="Courier"/>
              </a:rPr>
              <a:t>Simple Factory</a:t>
            </a:r>
            <a:r>
              <a:rPr dirty="0"/>
              <a:t> </a:t>
            </a:r>
            <a:r>
              <a:rPr dirty="0" err="1"/>
              <a:t>selbst</a:t>
            </a:r>
            <a:r>
              <a:rPr dirty="0"/>
              <a:t> </a:t>
            </a:r>
            <a:r>
              <a:rPr dirty="0" err="1"/>
              <a:t>verletzt</a:t>
            </a:r>
            <a:r>
              <a:rPr dirty="0"/>
              <a:t> oft das Open-Closed-</a:t>
            </a:r>
            <a:r>
              <a:rPr dirty="0" err="1"/>
              <a:t>Prinzip</a:t>
            </a:r>
            <a:r>
              <a:rPr dirty="0"/>
              <a:t>, </a:t>
            </a:r>
            <a:r>
              <a:rPr dirty="0" err="1"/>
              <a:t>weil</a:t>
            </a:r>
            <a:r>
              <a:rPr dirty="0"/>
              <a:t> </a:t>
            </a:r>
            <a:r>
              <a:rPr dirty="0" err="1"/>
              <a:t>sie</a:t>
            </a:r>
            <a:r>
              <a:rPr dirty="0"/>
              <a:t> </a:t>
            </a:r>
            <a:r>
              <a:rPr dirty="0" err="1"/>
              <a:t>beim</a:t>
            </a:r>
            <a:r>
              <a:rPr dirty="0"/>
              <a:t> </a:t>
            </a:r>
            <a:r>
              <a:rPr dirty="0" err="1"/>
              <a:t>Hinzufügen</a:t>
            </a:r>
            <a:r>
              <a:rPr dirty="0"/>
              <a:t> </a:t>
            </a:r>
            <a:r>
              <a:rPr dirty="0" err="1"/>
              <a:t>neuer</a:t>
            </a:r>
            <a:r>
              <a:rPr dirty="0"/>
              <a:t> </a:t>
            </a:r>
            <a:r>
              <a:rPr dirty="0" err="1"/>
              <a:t>Typen</a:t>
            </a:r>
            <a:r>
              <a:rPr dirty="0"/>
              <a:t> </a:t>
            </a:r>
            <a:r>
              <a:rPr dirty="0" err="1"/>
              <a:t>angepasst</a:t>
            </a:r>
            <a:r>
              <a:rPr dirty="0"/>
              <a:t> </a:t>
            </a:r>
            <a:r>
              <a:rPr dirty="0" err="1"/>
              <a:t>werden</a:t>
            </a:r>
            <a:r>
              <a:rPr dirty="0"/>
              <a:t> muss (</a:t>
            </a:r>
            <a:r>
              <a:rPr dirty="0">
                <a:latin typeface="Courier"/>
              </a:rPr>
              <a:t>switch</a:t>
            </a:r>
            <a:r>
              <a:rPr dirty="0"/>
              <a:t> </a:t>
            </a:r>
            <a:r>
              <a:rPr dirty="0" err="1"/>
              <a:t>wächst</a:t>
            </a:r>
            <a:r>
              <a:rPr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de-DE"/>
              <a:t>Teil 4: Adapter Pattern</a:t>
            </a:r>
          </a:p>
        </p:txBody>
      </p:sp>
      <p:sp>
        <p:nvSpPr>
          <p:cNvPr id="4" name="Textplatzhalter 3">
            <a:extLst>
              <a:ext uri="{FF2B5EF4-FFF2-40B4-BE49-F238E27FC236}">
                <a16:creationId xmlns:a16="http://schemas.microsoft.com/office/drawing/2014/main" id="{62FB1363-9671-4B7F-1501-F1E322867904}"/>
              </a:ext>
            </a:extLst>
          </p:cNvPr>
          <p:cNvSpPr>
            <a:spLocks noGrp="1"/>
          </p:cNvSpPr>
          <p:nvPr>
            <p:ph type="body" idx="1"/>
          </p:nvPr>
        </p:nvSpPr>
        <p:spPr/>
        <p:txBody>
          <a:bodyPr/>
          <a:lstStyle/>
          <a:p>
            <a:endParaRPr lang="de-DE"/>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Einführung: Adapter Pattern</a:t>
            </a:r>
          </a:p>
        </p:txBody>
      </p:sp>
      <p:sp>
        <p:nvSpPr>
          <p:cNvPr id="3" name="Content Placeholder 2"/>
          <p:cNvSpPr>
            <a:spLocks noGrp="1"/>
          </p:cNvSpPr>
          <p:nvPr>
            <p:ph idx="1"/>
          </p:nvPr>
        </p:nvSpPr>
        <p:spPr/>
        <p:txBody>
          <a:bodyPr/>
          <a:lstStyle/>
          <a:p>
            <a:pPr marL="0" indent="0">
              <a:buNone/>
            </a:pPr>
            <a:r>
              <a:rPr dirty="0"/>
              <a:t>Der Adapter </a:t>
            </a:r>
            <a:r>
              <a:rPr dirty="0" err="1"/>
              <a:t>ist</a:t>
            </a:r>
            <a:r>
              <a:rPr dirty="0"/>
              <a:t> </a:t>
            </a:r>
            <a:r>
              <a:rPr dirty="0" err="1"/>
              <a:t>ein</a:t>
            </a:r>
            <a:r>
              <a:rPr dirty="0"/>
              <a:t> </a:t>
            </a:r>
            <a:r>
              <a:rPr dirty="0" err="1"/>
              <a:t>Strukturmuster</a:t>
            </a:r>
            <a:r>
              <a:rPr dirty="0"/>
              <a:t>. </a:t>
            </a:r>
            <a:endParaRPr lang="de-DE" dirty="0"/>
          </a:p>
          <a:p>
            <a:pPr marL="0" indent="0">
              <a:buNone/>
            </a:pPr>
            <a:r>
              <a:rPr dirty="0"/>
              <a:t>Er </a:t>
            </a:r>
            <a:r>
              <a:rPr dirty="0" err="1"/>
              <a:t>erlaubt</a:t>
            </a:r>
            <a:r>
              <a:rPr dirty="0"/>
              <a:t> es </a:t>
            </a:r>
            <a:r>
              <a:rPr dirty="0" err="1"/>
              <a:t>Objekten</a:t>
            </a:r>
            <a:r>
              <a:rPr dirty="0"/>
              <a:t> </a:t>
            </a:r>
            <a:r>
              <a:rPr dirty="0" err="1"/>
              <a:t>mit</a:t>
            </a:r>
            <a:r>
              <a:rPr dirty="0"/>
              <a:t> </a:t>
            </a:r>
            <a:r>
              <a:rPr dirty="0" err="1"/>
              <a:t>inkompatiblen</a:t>
            </a:r>
            <a:r>
              <a:rPr dirty="0"/>
              <a:t> </a:t>
            </a:r>
            <a:r>
              <a:rPr dirty="0" err="1"/>
              <a:t>Schnittstellen</a:t>
            </a:r>
            <a:r>
              <a:rPr dirty="0"/>
              <a:t> (Interfaces), </a:t>
            </a:r>
            <a:r>
              <a:rPr dirty="0" err="1"/>
              <a:t>zusammenzuarbeiten</a:t>
            </a:r>
            <a:r>
              <a:rPr dirty="0"/>
              <a:t>. </a:t>
            </a:r>
            <a:endParaRPr lang="de-DE" dirty="0"/>
          </a:p>
          <a:p>
            <a:pPr marL="0" indent="0">
              <a:buNone/>
            </a:pPr>
            <a:r>
              <a:rPr dirty="0"/>
              <a:t>Er </a:t>
            </a:r>
            <a:r>
              <a:rPr dirty="0" err="1"/>
              <a:t>verhält</a:t>
            </a:r>
            <a:r>
              <a:rPr dirty="0"/>
              <a:t> </a:t>
            </a:r>
            <a:r>
              <a:rPr dirty="0" err="1"/>
              <a:t>sich</a:t>
            </a:r>
            <a:r>
              <a:rPr dirty="0"/>
              <a:t> </a:t>
            </a:r>
            <a:r>
              <a:rPr dirty="0" err="1"/>
              <a:t>wie</a:t>
            </a:r>
            <a:r>
              <a:rPr dirty="0"/>
              <a:t> </a:t>
            </a:r>
            <a:r>
              <a:rPr dirty="0" err="1"/>
              <a:t>ein</a:t>
            </a:r>
            <a:r>
              <a:rPr dirty="0"/>
              <a:t> </a:t>
            </a:r>
            <a:r>
              <a:rPr dirty="0" err="1"/>
              <a:t>Reiseadapter</a:t>
            </a:r>
            <a:r>
              <a:rPr dirty="0"/>
              <a:t> für </a:t>
            </a:r>
            <a:r>
              <a:rPr dirty="0" err="1"/>
              <a:t>Steckdosen</a:t>
            </a:r>
            <a:r>
              <a:rPr dirty="0"/>
              <a:t>: Er </a:t>
            </a:r>
            <a:r>
              <a:rPr dirty="0" err="1"/>
              <a:t>macht</a:t>
            </a:r>
            <a:r>
              <a:rPr dirty="0"/>
              <a:t> den </a:t>
            </a:r>
            <a:r>
              <a:rPr dirty="0" err="1"/>
              <a:t>fremden</a:t>
            </a:r>
            <a:r>
              <a:rPr dirty="0"/>
              <a:t> Stecker </a:t>
            </a:r>
            <a:r>
              <a:rPr dirty="0" err="1"/>
              <a:t>passend</a:t>
            </a:r>
            <a:r>
              <a:rPr dirty="0"/>
              <a:t> für die </a:t>
            </a:r>
            <a:r>
              <a:rPr dirty="0" err="1"/>
              <a:t>lokale</a:t>
            </a:r>
            <a:r>
              <a:rPr dirty="0"/>
              <a:t> </a:t>
            </a:r>
            <a:r>
              <a:rPr dirty="0" err="1"/>
              <a:t>Infrastruktur</a:t>
            </a:r>
            <a:r>
              <a:rPr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 Problem: Legacy-Systeme</a:t>
            </a:r>
          </a:p>
        </p:txBody>
      </p:sp>
      <p:sp>
        <p:nvSpPr>
          <p:cNvPr id="3" name="Content Placeholder 2"/>
          <p:cNvSpPr>
            <a:spLocks noGrp="1"/>
          </p:cNvSpPr>
          <p:nvPr>
            <p:ph idx="1"/>
          </p:nvPr>
        </p:nvSpPr>
        <p:spPr/>
        <p:txBody>
          <a:bodyPr>
            <a:normAutofit/>
          </a:bodyPr>
          <a:lstStyle/>
          <a:p>
            <a:pPr marL="0" indent="0">
              <a:buNone/>
            </a:pPr>
            <a:r>
              <a:rPr dirty="0"/>
              <a:t>In der Verwaltung </a:t>
            </a:r>
            <a:r>
              <a:rPr dirty="0" err="1"/>
              <a:t>können</a:t>
            </a:r>
            <a:r>
              <a:rPr dirty="0"/>
              <a:t> Sie </a:t>
            </a:r>
            <a:r>
              <a:rPr dirty="0" err="1"/>
              <a:t>Altsysteme</a:t>
            </a:r>
            <a:r>
              <a:rPr dirty="0"/>
              <a:t> nicht </a:t>
            </a:r>
            <a:r>
              <a:rPr dirty="0" err="1"/>
              <a:t>einfach</a:t>
            </a:r>
            <a:r>
              <a:rPr dirty="0"/>
              <a:t> </a:t>
            </a:r>
            <a:r>
              <a:rPr dirty="0" err="1"/>
              <a:t>abschalten</a:t>
            </a:r>
            <a:r>
              <a:rPr dirty="0"/>
              <a:t>. </a:t>
            </a:r>
            <a:endParaRPr lang="de-DE" dirty="0"/>
          </a:p>
          <a:p>
            <a:pPr marL="0" indent="0">
              <a:buNone/>
            </a:pPr>
            <a:r>
              <a:rPr dirty="0"/>
              <a:t>Sie </a:t>
            </a:r>
            <a:r>
              <a:rPr dirty="0" err="1"/>
              <a:t>müssen</a:t>
            </a:r>
            <a:r>
              <a:rPr dirty="0"/>
              <a:t> </a:t>
            </a:r>
            <a:r>
              <a:rPr dirty="0" err="1"/>
              <a:t>moderne</a:t>
            </a:r>
            <a:r>
              <a:rPr dirty="0"/>
              <a:t> Portale </a:t>
            </a:r>
            <a:r>
              <a:rPr dirty="0" err="1"/>
              <a:t>mit</a:t>
            </a:r>
            <a:r>
              <a:rPr dirty="0"/>
              <a:t> 20 Jahre </a:t>
            </a:r>
            <a:r>
              <a:rPr dirty="0" err="1"/>
              <a:t>alten</a:t>
            </a:r>
            <a:r>
              <a:rPr dirty="0"/>
              <a:t> Mainframes </a:t>
            </a:r>
            <a:r>
              <a:rPr dirty="0" err="1"/>
              <a:t>verbinden</a:t>
            </a:r>
            <a:r>
              <a:rPr dirty="0"/>
              <a:t>. </a:t>
            </a:r>
            <a:endParaRPr lang="de-DE" dirty="0"/>
          </a:p>
          <a:p>
            <a:pPr marL="0" indent="0">
              <a:buNone/>
            </a:pPr>
            <a:endParaRPr lang="de-DE" b="1" dirty="0"/>
          </a:p>
          <a:p>
            <a:pPr marL="0" indent="0">
              <a:buNone/>
            </a:pPr>
            <a:r>
              <a:rPr lang="de-DE" b="1" dirty="0"/>
              <a:t>Beispiel: Anbindung eines Zentralregisters</a:t>
            </a:r>
          </a:p>
          <a:p>
            <a:pPr marL="0" indent="0">
              <a:buNone/>
            </a:pPr>
            <a:r>
              <a:rPr lang="de-DE" dirty="0"/>
              <a:t>Wir haben ein Web-Portal, das eine </a:t>
            </a:r>
            <a:r>
              <a:rPr lang="de-DE" dirty="0">
                <a:latin typeface="Courier"/>
              </a:rPr>
              <a:t>Person</a:t>
            </a:r>
            <a:r>
              <a:rPr lang="de-DE" dirty="0"/>
              <a:t> benötigt. </a:t>
            </a:r>
          </a:p>
          <a:p>
            <a:pPr marL="0" indent="0">
              <a:buNone/>
            </a:pPr>
            <a:r>
              <a:rPr lang="de-DE" dirty="0"/>
              <a:t>Das Legacy-Zentralregister hat keine moderne REST-API, sondern nur eine Funktion, die einen String wie </a:t>
            </a:r>
            <a:r>
              <a:rPr lang="de-DE" dirty="0">
                <a:latin typeface="Courier"/>
              </a:rPr>
              <a:t>"Mustermann;Max;1980-01-01"</a:t>
            </a:r>
            <a:r>
              <a:rPr lang="de-DE" dirty="0"/>
              <a:t> zurückgibt.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Adapter: Das Ziel-Interface (Code)</a:t>
            </a:r>
          </a:p>
        </p:txBody>
      </p:sp>
      <p:sp>
        <p:nvSpPr>
          <p:cNvPr id="3" name="Content Placeholder 2"/>
          <p:cNvSpPr>
            <a:spLocks noGrp="1"/>
          </p:cNvSpPr>
          <p:nvPr>
            <p:ph idx="1"/>
          </p:nvPr>
        </p:nvSpPr>
        <p:spPr/>
        <p:txBody>
          <a:bodyPr>
            <a:normAutofit/>
          </a:bodyPr>
          <a:lstStyle/>
          <a:p>
            <a:pPr marL="0" indent="0">
              <a:buNone/>
            </a:pPr>
            <a:r>
              <a:rPr dirty="0"/>
              <a:t>So </a:t>
            </a:r>
            <a:r>
              <a:rPr dirty="0" err="1"/>
              <a:t>möchte</a:t>
            </a:r>
            <a:r>
              <a:rPr dirty="0"/>
              <a:t> </a:t>
            </a:r>
            <a:r>
              <a:rPr dirty="0" err="1"/>
              <a:t>unser</a:t>
            </a:r>
            <a:r>
              <a:rPr dirty="0"/>
              <a:t> </a:t>
            </a:r>
            <a:r>
              <a:rPr dirty="0" err="1"/>
              <a:t>modernes</a:t>
            </a:r>
            <a:r>
              <a:rPr dirty="0"/>
              <a:t> System </a:t>
            </a:r>
            <a:r>
              <a:rPr dirty="0" err="1"/>
              <a:t>arbeiten</a:t>
            </a:r>
            <a:r>
              <a:rPr dirty="0"/>
              <a:t>:</a:t>
            </a:r>
          </a:p>
          <a:p>
            <a:pPr indent="0">
              <a:buNone/>
            </a:pP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Person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Vorname</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get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Nachname</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get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err="1">
                <a:latin typeface="Consolas" panose="020B0609020204030204" pitchFamily="49" charset="0"/>
              </a:rPr>
              <a:t>DateTime</a:t>
            </a:r>
            <a:r>
              <a:rPr sz="1200" dirty="0">
                <a:latin typeface="Consolas" panose="020B0609020204030204" pitchFamily="49" charset="0"/>
              </a:rPr>
              <a:t> </a:t>
            </a:r>
            <a:r>
              <a:rPr sz="1200" dirty="0" err="1">
                <a:latin typeface="Consolas" panose="020B0609020204030204" pitchFamily="49" charset="0"/>
              </a:rPr>
              <a:t>Geburtsdatum</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get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set</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Bestehendes</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modernes</a:t>
            </a:r>
            <a:r>
              <a:rPr sz="1200" i="1" dirty="0">
                <a:solidFill>
                  <a:srgbClr val="60A0B0"/>
                </a:solidFill>
                <a:latin typeface="Consolas" panose="020B0609020204030204" pitchFamily="49" charset="0"/>
              </a:rPr>
              <a:t> System </a:t>
            </a:r>
            <a:r>
              <a:rPr sz="1200" i="1" dirty="0" err="1">
                <a:solidFill>
                  <a:srgbClr val="60A0B0"/>
                </a:solidFill>
                <a:latin typeface="Consolas" panose="020B0609020204030204" pitchFamily="49" charset="0"/>
              </a:rPr>
              <a:t>erwartet</a:t>
            </a:r>
            <a:r>
              <a:rPr sz="1200" i="1" dirty="0">
                <a:solidFill>
                  <a:srgbClr val="60A0B0"/>
                </a:solidFill>
                <a:latin typeface="Consolas" panose="020B0609020204030204" pitchFamily="49" charset="0"/>
              </a:rPr>
              <a:t> dieses Interface</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interface</a:t>
            </a:r>
            <a:r>
              <a:rPr sz="1200" dirty="0">
                <a:latin typeface="Consolas" panose="020B0609020204030204" pitchFamily="49" charset="0"/>
              </a:rPr>
              <a:t> </a:t>
            </a:r>
            <a:r>
              <a:rPr sz="1200" dirty="0" err="1">
                <a:latin typeface="Consolas" panose="020B0609020204030204" pitchFamily="49" charset="0"/>
              </a:rPr>
              <a:t>IPersonenQuelle</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Person </a:t>
            </a:r>
            <a:r>
              <a:rPr sz="1200" dirty="0" err="1">
                <a:solidFill>
                  <a:srgbClr val="06287E"/>
                </a:solidFill>
                <a:latin typeface="Consolas" panose="020B0609020204030204" pitchFamily="49" charset="0"/>
              </a:rPr>
              <a:t>GetPerson</a:t>
            </a:r>
            <a:r>
              <a:rPr sz="1200" dirty="0">
                <a:solidFill>
                  <a:srgbClr val="666666"/>
                </a:solidFill>
                <a:latin typeface="Consolas" panose="020B0609020204030204" pitchFamily="49" charset="0"/>
              </a:rPr>
              <a:t>(</a:t>
            </a:r>
            <a:r>
              <a:rPr sz="1200" dirty="0">
                <a:solidFill>
                  <a:srgbClr val="902000"/>
                </a:solidFill>
                <a:latin typeface="Consolas" panose="020B0609020204030204" pitchFamily="49" charset="0"/>
              </a:rPr>
              <a:t>string</a:t>
            </a:r>
            <a:r>
              <a:rPr sz="1200" dirty="0">
                <a:latin typeface="Consolas" panose="020B0609020204030204" pitchFamily="49" charset="0"/>
              </a:rPr>
              <a:t> id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Adapter: Das alte System (Code)</a:t>
            </a:r>
          </a:p>
        </p:txBody>
      </p:sp>
      <p:sp>
        <p:nvSpPr>
          <p:cNvPr id="3" name="Content Placeholder 2"/>
          <p:cNvSpPr>
            <a:spLocks noGrp="1"/>
          </p:cNvSpPr>
          <p:nvPr>
            <p:ph idx="1"/>
          </p:nvPr>
        </p:nvSpPr>
        <p:spPr/>
        <p:txBody>
          <a:bodyPr>
            <a:normAutofit/>
          </a:bodyPr>
          <a:lstStyle/>
          <a:p>
            <a:pPr marL="0" indent="0">
              <a:buNone/>
            </a:pPr>
            <a:r>
              <a:rPr dirty="0"/>
              <a:t>Die </a:t>
            </a:r>
            <a:r>
              <a:rPr dirty="0" err="1"/>
              <a:t>inkompatible</a:t>
            </a:r>
            <a:r>
              <a:rPr dirty="0"/>
              <a:t> Klasse, die </a:t>
            </a:r>
            <a:r>
              <a:rPr dirty="0" err="1"/>
              <a:t>wir</a:t>
            </a:r>
            <a:r>
              <a:rPr dirty="0"/>
              <a:t> nicht </a:t>
            </a:r>
            <a:r>
              <a:rPr dirty="0" err="1"/>
              <a:t>ändern</a:t>
            </a:r>
            <a:r>
              <a:rPr dirty="0"/>
              <a:t> </a:t>
            </a:r>
            <a:r>
              <a:rPr dirty="0" err="1"/>
              <a:t>können</a:t>
            </a:r>
            <a:r>
              <a:rPr dirty="0"/>
              <a:t> </a:t>
            </a:r>
            <a:r>
              <a:rPr dirty="0" err="1"/>
              <a:t>oder</a:t>
            </a:r>
            <a:r>
              <a:rPr dirty="0"/>
              <a:t> </a:t>
            </a:r>
            <a:r>
              <a:rPr dirty="0" err="1"/>
              <a:t>dürfen</a:t>
            </a:r>
            <a:r>
              <a:rPr dirty="0"/>
              <a:t>:</a:t>
            </a:r>
          </a:p>
          <a:p>
            <a:pPr indent="0">
              <a:buNone/>
            </a:pPr>
            <a:r>
              <a:rPr sz="1200" i="1" dirty="0">
                <a:solidFill>
                  <a:srgbClr val="60A0B0"/>
                </a:solidFill>
                <a:latin typeface="Consolas" panose="020B0609020204030204" pitchFamily="49" charset="0"/>
              </a:rPr>
              <a:t>// Das </a:t>
            </a:r>
            <a:r>
              <a:rPr sz="1200" i="1" dirty="0" err="1">
                <a:solidFill>
                  <a:srgbClr val="60A0B0"/>
                </a:solidFill>
                <a:latin typeface="Consolas" panose="020B0609020204030204" pitchFamily="49" charset="0"/>
              </a:rPr>
              <a:t>alte</a:t>
            </a:r>
            <a:r>
              <a:rPr sz="1200" i="1" dirty="0">
                <a:solidFill>
                  <a:srgbClr val="60A0B0"/>
                </a:solidFill>
                <a:latin typeface="Consolas" panose="020B0609020204030204" pitchFamily="49" charset="0"/>
              </a:rPr>
              <a:t> Legacy-System (</a:t>
            </a:r>
            <a:r>
              <a:rPr sz="1200" i="1" dirty="0" err="1">
                <a:solidFill>
                  <a:srgbClr val="60A0B0"/>
                </a:solidFill>
                <a:latin typeface="Consolas" panose="020B0609020204030204" pitchFamily="49" charset="0"/>
              </a:rPr>
              <a:t>inkompatibel</a:t>
            </a:r>
            <a:r>
              <a:rPr sz="1200" i="1" dirty="0">
                <a:solidFill>
                  <a:srgbClr val="60A0B0"/>
                </a:solidFill>
                <a:latin typeface="Consolas" panose="020B0609020204030204" pitchFamily="49" charset="0"/>
              </a:rPr>
              <a:t>)</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AltesRegisterSystem</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SuchePersonDatensatz</a:t>
            </a:r>
            <a:r>
              <a:rPr sz="1200" dirty="0">
                <a:solidFill>
                  <a:srgbClr val="666666"/>
                </a:solidFill>
                <a:latin typeface="Consolas" panose="020B0609020204030204" pitchFamily="49" charset="0"/>
              </a:rPr>
              <a:t>(</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latin typeface="Consolas" panose="020B0609020204030204" pitchFamily="49" charset="0"/>
              </a:rPr>
              <a:t>personalId</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Simulation </a:t>
            </a:r>
            <a:r>
              <a:rPr sz="1200" i="1" dirty="0" err="1">
                <a:solidFill>
                  <a:srgbClr val="60A0B0"/>
                </a:solidFill>
                <a:latin typeface="Consolas" panose="020B0609020204030204" pitchFamily="49" charset="0"/>
              </a:rPr>
              <a:t>eines</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alten</a:t>
            </a:r>
            <a:r>
              <a:rPr sz="1200" i="1" dirty="0">
                <a:solidFill>
                  <a:srgbClr val="60A0B0"/>
                </a:solidFill>
                <a:latin typeface="Consolas" panose="020B0609020204030204" pitchFamily="49" charset="0"/>
              </a:rPr>
              <a:t> Datenbank-Aufrufs</a:t>
            </a:r>
            <a:br>
              <a:rPr sz="1200" dirty="0">
                <a:latin typeface="Consolas" panose="020B0609020204030204" pitchFamily="49" charset="0"/>
              </a:rPr>
            </a:br>
            <a:r>
              <a:rPr sz="1200" dirty="0">
                <a:latin typeface="Consolas" panose="020B0609020204030204" pitchFamily="49" charset="0"/>
              </a:rPr>
              <a:t>        </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Liefert</a:t>
            </a: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z.B.</a:t>
            </a:r>
            <a:r>
              <a:rPr sz="1200" i="1" dirty="0">
                <a:solidFill>
                  <a:srgbClr val="60A0B0"/>
                </a:solidFill>
                <a:latin typeface="Consolas" panose="020B0609020204030204" pitchFamily="49" charset="0"/>
              </a:rPr>
              <a:t> "Mustermann;Max;1980-01-01"</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return</a:t>
            </a:r>
            <a:r>
              <a:rPr sz="1200" dirty="0">
                <a:latin typeface="Consolas" panose="020B0609020204030204" pitchFamily="49" charset="0"/>
              </a:rPr>
              <a:t> </a:t>
            </a:r>
            <a:r>
              <a:rPr sz="1200" dirty="0">
                <a:solidFill>
                  <a:srgbClr val="4070A0"/>
                </a:solidFill>
                <a:latin typeface="Consolas" panose="020B0609020204030204" pitchFamily="49" charset="0"/>
              </a:rPr>
              <a:t>"Mustermann;Max;1980-01-01"</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Adapter: Die Implementierung (Code)</a:t>
            </a:r>
          </a:p>
        </p:txBody>
      </p:sp>
      <p:sp>
        <p:nvSpPr>
          <p:cNvPr id="3" name="Content Placeholder 2"/>
          <p:cNvSpPr>
            <a:spLocks noGrp="1"/>
          </p:cNvSpPr>
          <p:nvPr>
            <p:ph idx="1"/>
          </p:nvPr>
        </p:nvSpPr>
        <p:spPr>
          <a:xfrm>
            <a:off x="617219" y="1103179"/>
            <a:ext cx="6173778" cy="3603318"/>
          </a:xfrm>
        </p:spPr>
        <p:txBody>
          <a:bodyPr>
            <a:normAutofit/>
          </a:bodyPr>
          <a:lstStyle/>
          <a:p>
            <a:pPr marL="0" indent="0">
              <a:buNone/>
            </a:pPr>
            <a:r>
              <a:rPr dirty="0"/>
              <a:t>Der Adapter </a:t>
            </a:r>
            <a:r>
              <a:rPr dirty="0" err="1"/>
              <a:t>übersetzt</a:t>
            </a:r>
            <a:r>
              <a:rPr dirty="0"/>
              <a:t> </a:t>
            </a:r>
            <a:r>
              <a:rPr dirty="0" err="1"/>
              <a:t>zwischen</a:t>
            </a:r>
            <a:r>
              <a:rPr dirty="0"/>
              <a:t> den </a:t>
            </a:r>
            <a:r>
              <a:rPr dirty="0" err="1"/>
              <a:t>Welten</a:t>
            </a:r>
            <a:r>
              <a:rPr dirty="0"/>
              <a:t>:</a:t>
            </a:r>
            <a:endParaRPr lang="de-DE" dirty="0"/>
          </a:p>
          <a:p>
            <a:pPr marL="0" indent="0">
              <a:buNone/>
            </a:pPr>
            <a:endParaRPr lang="de-DE" dirty="0"/>
          </a:p>
        </p:txBody>
      </p:sp>
      <p:sp>
        <p:nvSpPr>
          <p:cNvPr id="5" name="Textfeld 4">
            <a:extLst>
              <a:ext uri="{FF2B5EF4-FFF2-40B4-BE49-F238E27FC236}">
                <a16:creationId xmlns:a16="http://schemas.microsoft.com/office/drawing/2014/main" id="{E780022C-E42C-7A0F-8DFE-0179EF689C23}"/>
              </a:ext>
            </a:extLst>
          </p:cNvPr>
          <p:cNvSpPr txBox="1"/>
          <p:nvPr/>
        </p:nvSpPr>
        <p:spPr>
          <a:xfrm>
            <a:off x="539968" y="1435212"/>
            <a:ext cx="6700345" cy="3683060"/>
          </a:xfrm>
          <a:prstGeom prst="rect">
            <a:avLst/>
          </a:prstGeom>
          <a:noFill/>
        </p:spPr>
        <p:txBody>
          <a:bodyPr wrap="square">
            <a:spAutoFit/>
          </a:bodyPr>
          <a:lstStyle/>
          <a:p>
            <a:pPr>
              <a:lnSpc>
                <a:spcPts val="1425"/>
              </a:lnSpc>
              <a:buNone/>
            </a:pPr>
            <a:r>
              <a:rPr lang="de-DE" sz="1200" b="0" dirty="0">
                <a:solidFill>
                  <a:srgbClr val="008000"/>
                </a:solidFill>
                <a:effectLst/>
                <a:latin typeface="Consolas" panose="020B0609020204030204" pitchFamily="49" charset="0"/>
              </a:rPr>
              <a:t>// Der Adapter schließt die Lücke</a:t>
            </a:r>
            <a:endParaRPr lang="de-DE" sz="1200" b="0" dirty="0">
              <a:solidFill>
                <a:srgbClr val="3B3B3B"/>
              </a:solidFill>
              <a:effectLst/>
              <a:latin typeface="Consolas" panose="020B0609020204030204" pitchFamily="49" charset="0"/>
            </a:endParaRPr>
          </a:p>
          <a:p>
            <a:pPr>
              <a:lnSpc>
                <a:spcPts val="1425"/>
              </a:lnSpc>
              <a:buNone/>
            </a:pPr>
            <a:r>
              <a:rPr lang="de-DE" sz="1200" b="0" dirty="0" err="1">
                <a:solidFill>
                  <a:srgbClr val="0000FF"/>
                </a:solidFill>
                <a:effectLst/>
                <a:latin typeface="Consolas" panose="020B0609020204030204" pitchFamily="49" charset="0"/>
              </a:rPr>
              <a:t>public</a:t>
            </a: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class</a:t>
            </a:r>
            <a:r>
              <a:rPr lang="de-DE" sz="1200" b="0" dirty="0">
                <a:solidFill>
                  <a:srgbClr val="3B3B3B"/>
                </a:solidFill>
                <a:effectLst/>
                <a:latin typeface="Consolas" panose="020B0609020204030204" pitchFamily="49" charset="0"/>
              </a:rPr>
              <a:t> </a:t>
            </a:r>
            <a:r>
              <a:rPr lang="de-DE" sz="1200" b="0" dirty="0" err="1">
                <a:solidFill>
                  <a:srgbClr val="267F99"/>
                </a:solidFill>
                <a:effectLst/>
                <a:latin typeface="Consolas" panose="020B0609020204030204" pitchFamily="49" charset="0"/>
              </a:rPr>
              <a:t>RegisterAdapter</a:t>
            </a:r>
            <a:r>
              <a:rPr lang="de-DE" sz="1200" b="0" dirty="0">
                <a:solidFill>
                  <a:srgbClr val="3B3B3B"/>
                </a:solidFill>
                <a:effectLst/>
                <a:latin typeface="Consolas" panose="020B0609020204030204" pitchFamily="49" charset="0"/>
              </a:rPr>
              <a:t> : </a:t>
            </a:r>
            <a:r>
              <a:rPr lang="de-DE" sz="1200" b="0" dirty="0" err="1">
                <a:solidFill>
                  <a:srgbClr val="267F99"/>
                </a:solidFill>
                <a:effectLst/>
                <a:latin typeface="Consolas" panose="020B0609020204030204" pitchFamily="49" charset="0"/>
              </a:rPr>
              <a:t>IPersonenQuelle</a:t>
            </a:r>
            <a:endParaRPr lang="de-DE" sz="1200" b="0" dirty="0">
              <a:solidFill>
                <a:srgbClr val="3B3B3B"/>
              </a:solidFill>
              <a:effectLst/>
              <a:latin typeface="Consolas" panose="020B0609020204030204" pitchFamily="49" charset="0"/>
            </a:endParaRPr>
          </a:p>
          <a:p>
            <a:pPr>
              <a:lnSpc>
                <a:spcPts val="1425"/>
              </a:lnSpc>
              <a:buNone/>
            </a:pP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r>
              <a:rPr lang="de-DE" sz="1200" b="0" dirty="0">
                <a:solidFill>
                  <a:srgbClr val="0000FF"/>
                </a:solidFill>
                <a:effectLst/>
                <a:latin typeface="Consolas" panose="020B0609020204030204" pitchFamily="49" charset="0"/>
              </a:rPr>
              <a:t>private</a:t>
            </a: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readonly</a:t>
            </a:r>
            <a:r>
              <a:rPr lang="de-DE" sz="1200" b="0" dirty="0">
                <a:solidFill>
                  <a:srgbClr val="3B3B3B"/>
                </a:solidFill>
                <a:effectLst/>
                <a:latin typeface="Consolas" panose="020B0609020204030204" pitchFamily="49" charset="0"/>
              </a:rPr>
              <a:t> </a:t>
            </a:r>
            <a:r>
              <a:rPr lang="de-DE" sz="1200" b="0" dirty="0" err="1">
                <a:solidFill>
                  <a:srgbClr val="267F99"/>
                </a:solidFill>
                <a:effectLst/>
                <a:latin typeface="Consolas" panose="020B0609020204030204" pitchFamily="49" charset="0"/>
              </a:rPr>
              <a:t>AltesRegisterSystem</a:t>
            </a: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_</a:t>
            </a:r>
            <a:r>
              <a:rPr lang="de-DE" sz="1200" b="0" dirty="0" err="1">
                <a:solidFill>
                  <a:srgbClr val="001080"/>
                </a:solidFill>
                <a:effectLst/>
                <a:latin typeface="Consolas" panose="020B0609020204030204" pitchFamily="49" charset="0"/>
              </a:rPr>
              <a:t>legacySystem</a:t>
            </a:r>
            <a:r>
              <a:rPr lang="de-DE" sz="1200" b="0" dirty="0">
                <a:solidFill>
                  <a:srgbClr val="3B3B3B"/>
                </a:solidFill>
                <a:effectLst/>
                <a:latin typeface="Consolas" panose="020B0609020204030204" pitchFamily="49" charset="0"/>
              </a:rPr>
              <a:t>;</a:t>
            </a:r>
          </a:p>
          <a:p>
            <a:pPr>
              <a:lnSpc>
                <a:spcPts val="1425"/>
              </a:lnSpc>
              <a:buNone/>
            </a:pPr>
            <a:endParaRPr lang="de-DE" sz="1200" b="0" dirty="0">
              <a:solidFill>
                <a:srgbClr val="3B3B3B"/>
              </a:solidFill>
              <a:effectLst/>
              <a:latin typeface="Consolas" panose="020B0609020204030204" pitchFamily="49" charset="0"/>
            </a:endParaRPr>
          </a:p>
          <a:p>
            <a:pPr>
              <a:lnSpc>
                <a:spcPts val="1425"/>
              </a:lnSpc>
              <a:buNone/>
            </a:pP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public</a:t>
            </a:r>
            <a:r>
              <a:rPr lang="de-DE" sz="1200" b="0" dirty="0">
                <a:solidFill>
                  <a:srgbClr val="3B3B3B"/>
                </a:solidFill>
                <a:effectLst/>
                <a:latin typeface="Consolas" panose="020B0609020204030204" pitchFamily="49" charset="0"/>
              </a:rPr>
              <a:t> </a:t>
            </a:r>
            <a:r>
              <a:rPr lang="de-DE" sz="1200" b="0" dirty="0" err="1">
                <a:solidFill>
                  <a:srgbClr val="267F99"/>
                </a:solidFill>
                <a:effectLst/>
                <a:latin typeface="Consolas" panose="020B0609020204030204" pitchFamily="49" charset="0"/>
              </a:rPr>
              <a:t>RegisterAdapter</a:t>
            </a:r>
            <a:r>
              <a:rPr lang="de-DE" sz="1200" b="0" dirty="0">
                <a:solidFill>
                  <a:srgbClr val="3B3B3B"/>
                </a:solidFill>
                <a:effectLst/>
                <a:latin typeface="Consolas" panose="020B0609020204030204" pitchFamily="49" charset="0"/>
              </a:rPr>
              <a:t>(</a:t>
            </a:r>
            <a:r>
              <a:rPr lang="de-DE" sz="1200" b="0" dirty="0" err="1">
                <a:solidFill>
                  <a:srgbClr val="267F99"/>
                </a:solidFill>
                <a:effectLst/>
                <a:latin typeface="Consolas" panose="020B0609020204030204" pitchFamily="49" charset="0"/>
              </a:rPr>
              <a:t>AltesRegisterSystem</a:t>
            </a:r>
            <a:r>
              <a:rPr lang="de-DE" sz="1200" b="0" dirty="0">
                <a:solidFill>
                  <a:srgbClr val="3B3B3B"/>
                </a:solidFill>
                <a:effectLst/>
                <a:latin typeface="Consolas" panose="020B0609020204030204" pitchFamily="49" charset="0"/>
              </a:rPr>
              <a:t> </a:t>
            </a:r>
            <a:r>
              <a:rPr lang="de-DE" sz="1200" b="0" dirty="0" err="1">
                <a:solidFill>
                  <a:srgbClr val="001080"/>
                </a:solidFill>
                <a:effectLst/>
                <a:latin typeface="Consolas" panose="020B0609020204030204" pitchFamily="49" charset="0"/>
              </a:rPr>
              <a:t>legacySystem</a:t>
            </a: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_</a:t>
            </a:r>
            <a:r>
              <a:rPr lang="de-DE" sz="1200" b="0" dirty="0" err="1">
                <a:solidFill>
                  <a:srgbClr val="001080"/>
                </a:solidFill>
                <a:effectLst/>
                <a:latin typeface="Consolas" panose="020B0609020204030204" pitchFamily="49" charset="0"/>
              </a:rPr>
              <a:t>legacySystem</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err="1">
                <a:solidFill>
                  <a:srgbClr val="001080"/>
                </a:solidFill>
                <a:effectLst/>
                <a:latin typeface="Consolas" panose="020B0609020204030204" pitchFamily="49" charset="0"/>
              </a:rPr>
              <a:t>legacySystem</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p>
          <a:p>
            <a:pPr>
              <a:lnSpc>
                <a:spcPts val="1425"/>
              </a:lnSpc>
              <a:buNone/>
            </a:pPr>
            <a:endParaRPr lang="de-DE" sz="1200" b="0" dirty="0">
              <a:solidFill>
                <a:srgbClr val="3B3B3B"/>
              </a:solidFill>
              <a:effectLst/>
              <a:latin typeface="Consolas" panose="020B0609020204030204" pitchFamily="49" charset="0"/>
            </a:endParaRPr>
          </a:p>
          <a:p>
            <a:pPr>
              <a:lnSpc>
                <a:spcPts val="1425"/>
              </a:lnSpc>
              <a:buNone/>
            </a:pP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public</a:t>
            </a:r>
            <a:r>
              <a:rPr lang="de-DE" sz="1200" b="0" dirty="0">
                <a:solidFill>
                  <a:srgbClr val="3B3B3B"/>
                </a:solidFill>
                <a:effectLst/>
                <a:latin typeface="Consolas" panose="020B0609020204030204" pitchFamily="49" charset="0"/>
              </a:rPr>
              <a:t> </a:t>
            </a:r>
            <a:r>
              <a:rPr lang="de-DE" sz="1200" b="0" dirty="0">
                <a:solidFill>
                  <a:srgbClr val="267F99"/>
                </a:solidFill>
                <a:effectLst/>
                <a:latin typeface="Consolas" panose="020B0609020204030204" pitchFamily="49" charset="0"/>
              </a:rPr>
              <a:t>Person</a:t>
            </a:r>
            <a:r>
              <a:rPr lang="de-DE" sz="1200" b="0" dirty="0">
                <a:solidFill>
                  <a:srgbClr val="3B3B3B"/>
                </a:solidFill>
                <a:effectLst/>
                <a:latin typeface="Consolas" panose="020B0609020204030204" pitchFamily="49" charset="0"/>
              </a:rPr>
              <a:t> </a:t>
            </a:r>
            <a:r>
              <a:rPr lang="de-DE" sz="1200" b="0" dirty="0" err="1">
                <a:solidFill>
                  <a:srgbClr val="795E26"/>
                </a:solidFill>
                <a:effectLst/>
                <a:latin typeface="Consolas" panose="020B0609020204030204" pitchFamily="49" charset="0"/>
              </a:rPr>
              <a:t>GetPerson</a:t>
            </a:r>
            <a:r>
              <a:rPr lang="de-DE" sz="1200" b="0" dirty="0">
                <a:solidFill>
                  <a:srgbClr val="3B3B3B"/>
                </a:solidFill>
                <a:effectLst/>
                <a:latin typeface="Consolas" panose="020B0609020204030204" pitchFamily="49" charset="0"/>
              </a:rPr>
              <a:t>(</a:t>
            </a:r>
            <a:r>
              <a:rPr lang="de-DE" sz="1200" b="0" dirty="0" err="1">
                <a:solidFill>
                  <a:srgbClr val="0000FF"/>
                </a:solidFill>
                <a:effectLst/>
                <a:latin typeface="Consolas" panose="020B0609020204030204" pitchFamily="49" charset="0"/>
              </a:rPr>
              <a:t>string</a:t>
            </a:r>
            <a:r>
              <a:rPr lang="de-DE" sz="1200" b="0" dirty="0">
                <a:solidFill>
                  <a:srgbClr val="3B3B3B"/>
                </a:solidFill>
                <a:effectLst/>
                <a:latin typeface="Consolas" panose="020B0609020204030204" pitchFamily="49" charset="0"/>
              </a:rPr>
              <a:t> </a:t>
            </a:r>
            <a:r>
              <a:rPr lang="de-DE" sz="1200" b="0" dirty="0" err="1">
                <a:solidFill>
                  <a:srgbClr val="001080"/>
                </a:solidFill>
                <a:effectLst/>
                <a:latin typeface="Consolas" panose="020B0609020204030204" pitchFamily="49" charset="0"/>
              </a:rPr>
              <a:t>id</a:t>
            </a: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string</a:t>
            </a:r>
            <a:r>
              <a:rPr lang="de-DE" sz="1200" b="0" dirty="0">
                <a:solidFill>
                  <a:srgbClr val="3B3B3B"/>
                </a:solidFill>
                <a:effectLst/>
                <a:latin typeface="Consolas" panose="020B0609020204030204" pitchFamily="49" charset="0"/>
              </a:rPr>
              <a:t> </a:t>
            </a:r>
            <a:r>
              <a:rPr lang="de-DE" sz="1200" b="0" dirty="0" err="1">
                <a:solidFill>
                  <a:srgbClr val="001080"/>
                </a:solidFill>
                <a:effectLst/>
                <a:latin typeface="Consolas" panose="020B0609020204030204" pitchFamily="49" charset="0"/>
              </a:rPr>
              <a:t>rohDaten</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_</a:t>
            </a:r>
            <a:r>
              <a:rPr lang="de-DE" sz="1200" b="0" dirty="0" err="1">
                <a:solidFill>
                  <a:srgbClr val="001080"/>
                </a:solidFill>
                <a:effectLst/>
                <a:latin typeface="Consolas" panose="020B0609020204030204" pitchFamily="49" charset="0"/>
              </a:rPr>
              <a:t>legacySystem</a:t>
            </a:r>
            <a:r>
              <a:rPr lang="de-DE" sz="1200" b="0" dirty="0" err="1">
                <a:solidFill>
                  <a:srgbClr val="000000"/>
                </a:solidFill>
                <a:effectLst/>
                <a:latin typeface="Consolas" panose="020B0609020204030204" pitchFamily="49" charset="0"/>
              </a:rPr>
              <a:t>.</a:t>
            </a:r>
            <a:r>
              <a:rPr lang="de-DE" sz="1200" b="0" dirty="0" err="1">
                <a:solidFill>
                  <a:srgbClr val="795E26"/>
                </a:solidFill>
                <a:effectLst/>
                <a:latin typeface="Consolas" panose="020B0609020204030204" pitchFamily="49" charset="0"/>
              </a:rPr>
              <a:t>SuchePersonDatensatz</a:t>
            </a:r>
            <a:r>
              <a:rPr lang="de-DE" sz="1200" b="0" dirty="0">
                <a:solidFill>
                  <a:srgbClr val="3B3B3B"/>
                </a:solidFill>
                <a:effectLst/>
                <a:latin typeface="Consolas" panose="020B0609020204030204" pitchFamily="49" charset="0"/>
              </a:rPr>
              <a:t>(</a:t>
            </a:r>
            <a:r>
              <a:rPr lang="de-DE" sz="1200" b="0" dirty="0" err="1">
                <a:solidFill>
                  <a:srgbClr val="001080"/>
                </a:solidFill>
                <a:effectLst/>
                <a:latin typeface="Consolas" panose="020B0609020204030204" pitchFamily="49" charset="0"/>
              </a:rPr>
              <a:t>id</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string</a:t>
            </a: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teile</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err="1">
                <a:solidFill>
                  <a:srgbClr val="001080"/>
                </a:solidFill>
                <a:effectLst/>
                <a:latin typeface="Consolas" panose="020B0609020204030204" pitchFamily="49" charset="0"/>
              </a:rPr>
              <a:t>rohDaten</a:t>
            </a:r>
            <a:r>
              <a:rPr lang="de-DE" sz="1200" b="0" dirty="0" err="1">
                <a:solidFill>
                  <a:srgbClr val="000000"/>
                </a:solidFill>
                <a:effectLst/>
                <a:latin typeface="Consolas" panose="020B0609020204030204" pitchFamily="49" charset="0"/>
              </a:rPr>
              <a:t>.</a:t>
            </a:r>
            <a:r>
              <a:rPr lang="de-DE" sz="1200" b="0" dirty="0" err="1">
                <a:solidFill>
                  <a:srgbClr val="795E26"/>
                </a:solidFill>
                <a:effectLst/>
                <a:latin typeface="Consolas" panose="020B0609020204030204" pitchFamily="49" charset="0"/>
              </a:rPr>
              <a:t>Split</a:t>
            </a:r>
            <a:r>
              <a:rPr lang="de-DE" sz="1200" b="0" dirty="0">
                <a:solidFill>
                  <a:srgbClr val="3B3B3B"/>
                </a:solidFill>
                <a:effectLst/>
                <a:latin typeface="Consolas" panose="020B0609020204030204" pitchFamily="49" charset="0"/>
              </a:rPr>
              <a:t>(</a:t>
            </a:r>
            <a:r>
              <a:rPr lang="de-DE" sz="1200" b="0" dirty="0">
                <a:solidFill>
                  <a:srgbClr val="A31515"/>
                </a:solidFill>
                <a:effectLst/>
                <a:latin typeface="Consolas" panose="020B0609020204030204" pitchFamily="49" charset="0"/>
              </a:rPr>
              <a:t>';'</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        </a:t>
            </a:r>
            <a:r>
              <a:rPr lang="de-DE" sz="1200" b="0" dirty="0" err="1">
                <a:solidFill>
                  <a:srgbClr val="AF00DB"/>
                </a:solidFill>
                <a:effectLst/>
                <a:latin typeface="Consolas" panose="020B0609020204030204" pitchFamily="49" charset="0"/>
              </a:rPr>
              <a:t>return</a:t>
            </a:r>
            <a:r>
              <a:rPr lang="de-DE" sz="1200" b="0" dirty="0">
                <a:solidFill>
                  <a:srgbClr val="3B3B3B"/>
                </a:solidFill>
                <a:effectLst/>
                <a:latin typeface="Consolas" panose="020B0609020204030204" pitchFamily="49" charset="0"/>
              </a:rPr>
              <a:t> </a:t>
            </a:r>
            <a:r>
              <a:rPr lang="de-DE" sz="1200" b="0" dirty="0" err="1">
                <a:solidFill>
                  <a:srgbClr val="0000FF"/>
                </a:solidFill>
                <a:effectLst/>
                <a:latin typeface="Consolas" panose="020B0609020204030204" pitchFamily="49" charset="0"/>
              </a:rPr>
              <a:t>new</a:t>
            </a:r>
            <a:r>
              <a:rPr lang="de-DE" sz="1200" b="0" dirty="0">
                <a:solidFill>
                  <a:srgbClr val="3B3B3B"/>
                </a:solidFill>
                <a:effectLst/>
                <a:latin typeface="Consolas" panose="020B0609020204030204" pitchFamily="49" charset="0"/>
              </a:rPr>
              <a:t> </a:t>
            </a:r>
            <a:r>
              <a:rPr lang="de-DE" sz="1200" b="0" dirty="0">
                <a:solidFill>
                  <a:srgbClr val="267F99"/>
                </a:solidFill>
                <a:effectLst/>
                <a:latin typeface="Consolas" panose="020B0609020204030204" pitchFamily="49" charset="0"/>
              </a:rPr>
              <a:t>Person</a:t>
            </a: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Nachname</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teile</a:t>
            </a:r>
            <a:r>
              <a:rPr lang="de-DE" sz="1200" b="0" dirty="0">
                <a:solidFill>
                  <a:srgbClr val="3B3B3B"/>
                </a:solidFill>
                <a:effectLst/>
                <a:latin typeface="Consolas" panose="020B0609020204030204" pitchFamily="49" charset="0"/>
              </a:rPr>
              <a:t>[</a:t>
            </a:r>
            <a:r>
              <a:rPr lang="de-DE" sz="1200" b="0" dirty="0">
                <a:solidFill>
                  <a:srgbClr val="098658"/>
                </a:solidFill>
                <a:effectLst/>
                <a:latin typeface="Consolas" panose="020B0609020204030204" pitchFamily="49" charset="0"/>
              </a:rPr>
              <a:t>0</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Vorname</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teile</a:t>
            </a:r>
            <a:r>
              <a:rPr lang="de-DE" sz="1200" b="0" dirty="0">
                <a:solidFill>
                  <a:srgbClr val="3B3B3B"/>
                </a:solidFill>
                <a:effectLst/>
                <a:latin typeface="Consolas" panose="020B0609020204030204" pitchFamily="49" charset="0"/>
              </a:rPr>
              <a:t>[</a:t>
            </a:r>
            <a:r>
              <a:rPr lang="de-DE" sz="1200" b="0" dirty="0">
                <a:solidFill>
                  <a:srgbClr val="098658"/>
                </a:solidFill>
                <a:effectLst/>
                <a:latin typeface="Consolas" panose="020B0609020204030204" pitchFamily="49" charset="0"/>
              </a:rPr>
              <a:t>1</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r>
              <a:rPr lang="de-DE" sz="1200" b="0" dirty="0">
                <a:solidFill>
                  <a:srgbClr val="001080"/>
                </a:solidFill>
                <a:effectLst/>
                <a:latin typeface="Consolas" panose="020B0609020204030204" pitchFamily="49" charset="0"/>
              </a:rPr>
              <a:t>Geburtsdatum</a:t>
            </a:r>
            <a:r>
              <a:rPr lang="de-DE" sz="1200" b="0" dirty="0">
                <a:solidFill>
                  <a:srgbClr val="3B3B3B"/>
                </a:solidFill>
                <a:effectLst/>
                <a:latin typeface="Consolas" panose="020B0609020204030204" pitchFamily="49" charset="0"/>
              </a:rPr>
              <a:t> </a:t>
            </a:r>
            <a:r>
              <a:rPr lang="de-DE" sz="1200" b="0" dirty="0">
                <a:solidFill>
                  <a:srgbClr val="000000"/>
                </a:solidFill>
                <a:effectLst/>
                <a:latin typeface="Consolas" panose="020B0609020204030204" pitchFamily="49" charset="0"/>
              </a:rPr>
              <a:t>=</a:t>
            </a:r>
            <a:r>
              <a:rPr lang="de-DE" sz="1200" b="0" dirty="0">
                <a:solidFill>
                  <a:srgbClr val="3B3B3B"/>
                </a:solidFill>
                <a:effectLst/>
                <a:latin typeface="Consolas" panose="020B0609020204030204" pitchFamily="49" charset="0"/>
              </a:rPr>
              <a:t> </a:t>
            </a:r>
            <a:r>
              <a:rPr lang="de-DE" sz="1200" b="0" dirty="0" err="1">
                <a:solidFill>
                  <a:srgbClr val="267F99"/>
                </a:solidFill>
                <a:effectLst/>
                <a:latin typeface="Consolas" panose="020B0609020204030204" pitchFamily="49" charset="0"/>
              </a:rPr>
              <a:t>DateTime</a:t>
            </a:r>
            <a:r>
              <a:rPr lang="de-DE" sz="1200" b="0" dirty="0" err="1">
                <a:solidFill>
                  <a:srgbClr val="000000"/>
                </a:solidFill>
                <a:effectLst/>
                <a:latin typeface="Consolas" panose="020B0609020204030204" pitchFamily="49" charset="0"/>
              </a:rPr>
              <a:t>.</a:t>
            </a:r>
            <a:r>
              <a:rPr lang="de-DE" sz="1200" b="0" dirty="0" err="1">
                <a:solidFill>
                  <a:srgbClr val="795E26"/>
                </a:solidFill>
                <a:effectLst/>
                <a:latin typeface="Consolas" panose="020B0609020204030204" pitchFamily="49" charset="0"/>
              </a:rPr>
              <a:t>Parse</a:t>
            </a:r>
            <a:r>
              <a:rPr lang="de-DE" sz="1200" b="0" dirty="0">
                <a:solidFill>
                  <a:srgbClr val="3B3B3B"/>
                </a:solidFill>
                <a:effectLst/>
                <a:latin typeface="Consolas" panose="020B0609020204030204" pitchFamily="49" charset="0"/>
              </a:rPr>
              <a:t>(</a:t>
            </a:r>
            <a:r>
              <a:rPr lang="de-DE" sz="1200" b="0" dirty="0">
                <a:solidFill>
                  <a:srgbClr val="001080"/>
                </a:solidFill>
                <a:effectLst/>
                <a:latin typeface="Consolas" panose="020B0609020204030204" pitchFamily="49" charset="0"/>
              </a:rPr>
              <a:t>teile</a:t>
            </a:r>
            <a:r>
              <a:rPr lang="de-DE" sz="1200" b="0" dirty="0">
                <a:solidFill>
                  <a:srgbClr val="3B3B3B"/>
                </a:solidFill>
                <a:effectLst/>
                <a:latin typeface="Consolas" panose="020B0609020204030204" pitchFamily="49" charset="0"/>
              </a:rPr>
              <a:t>[</a:t>
            </a:r>
            <a:r>
              <a:rPr lang="de-DE" sz="1200" b="0" dirty="0">
                <a:solidFill>
                  <a:srgbClr val="098658"/>
                </a:solidFill>
                <a:effectLst/>
                <a:latin typeface="Consolas" panose="020B0609020204030204" pitchFamily="49" charset="0"/>
              </a:rPr>
              <a:t>2</a:t>
            </a:r>
            <a:r>
              <a:rPr lang="de-DE" sz="1200" b="0" dirty="0">
                <a:solidFill>
                  <a:srgbClr val="3B3B3B"/>
                </a:solidFill>
                <a:effectLst/>
                <a:latin typeface="Consolas" panose="020B0609020204030204" pitchFamily="49" charset="0"/>
              </a:rPr>
              <a:t>])</a:t>
            </a:r>
          </a:p>
          <a:p>
            <a:pPr>
              <a:lnSpc>
                <a:spcPts val="1425"/>
              </a:lnSpc>
              <a:buNone/>
            </a:pP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    }</a:t>
            </a:r>
          </a:p>
          <a:p>
            <a:pPr>
              <a:lnSpc>
                <a:spcPts val="1425"/>
              </a:lnSpc>
              <a:buNone/>
            </a:pPr>
            <a:r>
              <a:rPr lang="de-DE" sz="1200" b="0" dirty="0">
                <a:solidFill>
                  <a:srgbClr val="3B3B3B"/>
                </a:solidFill>
                <a:effectLst/>
                <a:latin typeface="Consolas" panose="020B0609020204030204" pitchFamily="49"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Adapter: Vorteile</a:t>
            </a:r>
          </a:p>
        </p:txBody>
      </p:sp>
      <p:sp>
        <p:nvSpPr>
          <p:cNvPr id="3" name="Content Placeholder 2"/>
          <p:cNvSpPr>
            <a:spLocks noGrp="1"/>
          </p:cNvSpPr>
          <p:nvPr>
            <p:ph idx="1"/>
          </p:nvPr>
        </p:nvSpPr>
        <p:spPr/>
        <p:txBody>
          <a:bodyPr/>
          <a:lstStyle/>
          <a:p>
            <a:pPr lvl="0"/>
            <a:r>
              <a:rPr b="1"/>
              <a:t>Integration bestehender Systeme:</a:t>
            </a:r>
            <a:r>
              <a:t> Alte und neue Komponenten können zusammenarbeiten, obwohl ihre Schnittstellen nicht zusammenpassen.</a:t>
            </a:r>
          </a:p>
          <a:p>
            <a:pPr lvl="0"/>
            <a:r>
              <a:rPr b="1"/>
              <a:t>Lose Kopplung:</a:t>
            </a:r>
            <a:r>
              <a:t> Das moderne System bleibt völlig unabhängig von den Eigenheiten des Legacy-Systems.</a:t>
            </a:r>
          </a:p>
          <a:p>
            <a:pPr lvl="0"/>
            <a:r>
              <a:rPr b="1"/>
              <a:t>Austauschbarkeit:</a:t>
            </a:r>
            <a:r>
              <a:t> Wenn das alte Register irgendwann durch ein neues ersetzt wird, müssen wir nur einen neuen Adapter schreiben – die Fachlogik bleibt unberührt.</a:t>
            </a:r>
          </a:p>
          <a:p>
            <a:pPr lvl="0"/>
            <a:r>
              <a:rPr b="1"/>
              <a:t>Kapselung technischer Details:</a:t>
            </a:r>
            <a:r>
              <a:t> Formatumwandlungen und Übersetzungslogik bleiben an einer zentralen Stelle.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Adapter: </a:t>
            </a:r>
            <a:r>
              <a:rPr dirty="0" err="1"/>
              <a:t>Nachteile</a:t>
            </a:r>
            <a:endParaRPr dirty="0"/>
          </a:p>
        </p:txBody>
      </p:sp>
      <p:sp>
        <p:nvSpPr>
          <p:cNvPr id="3" name="Content Placeholder 2"/>
          <p:cNvSpPr>
            <a:spLocks noGrp="1"/>
          </p:cNvSpPr>
          <p:nvPr>
            <p:ph idx="1"/>
          </p:nvPr>
        </p:nvSpPr>
        <p:spPr/>
        <p:txBody>
          <a:bodyPr/>
          <a:lstStyle/>
          <a:p>
            <a:pPr lvl="0"/>
            <a:r>
              <a:rPr b="1"/>
              <a:t>Zusätzliche Komplexität:</a:t>
            </a:r>
            <a:r>
              <a:t> Es kommt eine weitere Klasse zwischen Fachlogik und bestehendem System hinzu.</a:t>
            </a:r>
          </a:p>
          <a:p>
            <a:pPr lvl="0"/>
            <a:r>
              <a:rPr b="1"/>
              <a:t>Leistungs-Overhead:</a:t>
            </a:r>
            <a:r>
              <a:t> Die zusätzliche Übersetzungsschicht kostet etwas Laufzeit und Speicher.</a:t>
            </a:r>
          </a:p>
          <a:p>
            <a:pPr lvl="0"/>
            <a:r>
              <a:rPr b="1"/>
              <a:t>Verdeckt Schwächen des Altsystems nur:</a:t>
            </a:r>
            <a:r>
              <a:t> Der Adapter löst nicht die eigentlichen Probleme des Legacy-Systems, sondern kapselt sie nur.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de-DE"/>
              <a:t>Teil 5: Decorator Pattern</a:t>
            </a:r>
          </a:p>
        </p:txBody>
      </p:sp>
      <p:sp>
        <p:nvSpPr>
          <p:cNvPr id="4" name="Textplatzhalter 3">
            <a:extLst>
              <a:ext uri="{FF2B5EF4-FFF2-40B4-BE49-F238E27FC236}">
                <a16:creationId xmlns:a16="http://schemas.microsoft.com/office/drawing/2014/main" id="{CCC03064-DB24-9A4A-ACE6-529D14B5A81E}"/>
              </a:ext>
            </a:extLst>
          </p:cNvPr>
          <p:cNvSpPr>
            <a:spLocks noGrp="1"/>
          </p:cNvSpPr>
          <p:nvPr>
            <p:ph type="body" idx="1"/>
          </p:nvPr>
        </p:nvSpPr>
        <p:spPr/>
        <p:txBody>
          <a:bodyPr/>
          <a:lstStyle/>
          <a:p>
            <a:endParaRPr lang="de-D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Einführung: Decorator Pattern</a:t>
            </a:r>
          </a:p>
        </p:txBody>
      </p:sp>
      <p:sp>
        <p:nvSpPr>
          <p:cNvPr id="3" name="Content Placeholder 2"/>
          <p:cNvSpPr>
            <a:spLocks noGrp="1"/>
          </p:cNvSpPr>
          <p:nvPr>
            <p:ph idx="1"/>
          </p:nvPr>
        </p:nvSpPr>
        <p:spPr/>
        <p:txBody>
          <a:bodyPr/>
          <a:lstStyle/>
          <a:p>
            <a:pPr marL="0" indent="0">
              <a:buNone/>
            </a:pPr>
            <a:r>
              <a:rPr dirty="0"/>
              <a:t>Der Decorator </a:t>
            </a:r>
            <a:r>
              <a:rPr dirty="0" err="1"/>
              <a:t>ist</a:t>
            </a:r>
            <a:r>
              <a:rPr dirty="0"/>
              <a:t> </a:t>
            </a:r>
            <a:r>
              <a:rPr dirty="0" err="1"/>
              <a:t>ein</a:t>
            </a:r>
            <a:r>
              <a:rPr dirty="0"/>
              <a:t> </a:t>
            </a:r>
            <a:r>
              <a:rPr dirty="0" err="1"/>
              <a:t>Strukturmuster</a:t>
            </a:r>
            <a:r>
              <a:rPr dirty="0"/>
              <a:t>, das es </a:t>
            </a:r>
            <a:r>
              <a:rPr dirty="0" err="1"/>
              <a:t>erlaubt</a:t>
            </a:r>
            <a:r>
              <a:rPr dirty="0"/>
              <a:t>, </a:t>
            </a:r>
            <a:r>
              <a:rPr dirty="0" err="1"/>
              <a:t>einem</a:t>
            </a:r>
            <a:r>
              <a:rPr dirty="0"/>
              <a:t> </a:t>
            </a:r>
            <a:r>
              <a:rPr dirty="0" err="1"/>
              <a:t>Objekt</a:t>
            </a:r>
            <a:r>
              <a:rPr dirty="0"/>
              <a:t> </a:t>
            </a:r>
            <a:r>
              <a:rPr dirty="0" err="1"/>
              <a:t>dynamisch</a:t>
            </a:r>
            <a:r>
              <a:rPr dirty="0"/>
              <a:t> </a:t>
            </a:r>
            <a:r>
              <a:rPr dirty="0" err="1"/>
              <a:t>zusätzliches</a:t>
            </a:r>
            <a:r>
              <a:rPr dirty="0"/>
              <a:t> </a:t>
            </a:r>
            <a:r>
              <a:rPr dirty="0" err="1"/>
              <a:t>Verhalten</a:t>
            </a:r>
            <a:r>
              <a:rPr dirty="0"/>
              <a:t> </a:t>
            </a:r>
            <a:r>
              <a:rPr dirty="0" err="1"/>
              <a:t>hinzuzufügen</a:t>
            </a:r>
            <a:r>
              <a:rPr dirty="0"/>
              <a:t>. </a:t>
            </a:r>
            <a:endParaRPr lang="de-DE" dirty="0"/>
          </a:p>
          <a:p>
            <a:pPr marL="0" indent="0">
              <a:buNone/>
            </a:pPr>
            <a:r>
              <a:rPr dirty="0"/>
              <a:t>Es </a:t>
            </a:r>
            <a:r>
              <a:rPr dirty="0" err="1"/>
              <a:t>ist</a:t>
            </a:r>
            <a:r>
              <a:rPr dirty="0"/>
              <a:t> </a:t>
            </a:r>
            <a:r>
              <a:rPr dirty="0" err="1"/>
              <a:t>eine</a:t>
            </a:r>
            <a:r>
              <a:rPr dirty="0"/>
              <a:t> flexible Alternative </a:t>
            </a:r>
            <a:r>
              <a:rPr dirty="0" err="1"/>
              <a:t>zur</a:t>
            </a:r>
            <a:r>
              <a:rPr dirty="0"/>
              <a:t> </a:t>
            </a:r>
            <a:r>
              <a:rPr dirty="0" err="1"/>
              <a:t>klassischen</a:t>
            </a:r>
            <a:r>
              <a:rPr dirty="0"/>
              <a:t> </a:t>
            </a:r>
            <a:r>
              <a:rPr dirty="0" err="1"/>
              <a:t>Vererbung</a:t>
            </a:r>
            <a:r>
              <a:rPr dirty="0"/>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 Problem der Klassenexplosion</a:t>
            </a:r>
          </a:p>
        </p:txBody>
      </p:sp>
      <p:sp>
        <p:nvSpPr>
          <p:cNvPr id="3" name="Content Placeholder 2"/>
          <p:cNvSpPr>
            <a:spLocks noGrp="1"/>
          </p:cNvSpPr>
          <p:nvPr>
            <p:ph idx="1"/>
          </p:nvPr>
        </p:nvSpPr>
        <p:spPr>
          <a:xfrm>
            <a:off x="617219" y="1103179"/>
            <a:ext cx="6087067" cy="3603318"/>
          </a:xfrm>
        </p:spPr>
        <p:txBody>
          <a:bodyPr>
            <a:normAutofit lnSpcReduction="10000"/>
          </a:bodyPr>
          <a:lstStyle/>
          <a:p>
            <a:pPr marL="0" indent="0">
              <a:buNone/>
            </a:pPr>
            <a:r>
              <a:rPr dirty="0" err="1"/>
              <a:t>Angenommen</a:t>
            </a:r>
            <a:r>
              <a:rPr dirty="0"/>
              <a:t>, Sie </a:t>
            </a:r>
            <a:r>
              <a:rPr dirty="0" err="1"/>
              <a:t>haben</a:t>
            </a:r>
            <a:r>
              <a:rPr dirty="0"/>
              <a:t> Basis-</a:t>
            </a:r>
            <a:r>
              <a:rPr dirty="0" err="1"/>
              <a:t>Anträge</a:t>
            </a:r>
            <a:r>
              <a:rPr dirty="0"/>
              <a:t> und </a:t>
            </a:r>
            <a:r>
              <a:rPr dirty="0" err="1"/>
              <a:t>möchten</a:t>
            </a:r>
            <a:r>
              <a:rPr dirty="0"/>
              <a:t> </a:t>
            </a:r>
            <a:r>
              <a:rPr lang="de-DE" dirty="0"/>
              <a:t>zwei </a:t>
            </a:r>
            <a:r>
              <a:rPr dirty="0" err="1"/>
              <a:t>Zusatzoptionen</a:t>
            </a:r>
            <a:r>
              <a:rPr dirty="0"/>
              <a:t> </a:t>
            </a:r>
            <a:r>
              <a:rPr dirty="0" err="1"/>
              <a:t>anbieten</a:t>
            </a:r>
            <a:r>
              <a:rPr dirty="0"/>
              <a:t>. Wenn Sie </a:t>
            </a:r>
            <a:r>
              <a:rPr dirty="0" err="1"/>
              <a:t>Vererbung</a:t>
            </a:r>
            <a:r>
              <a:rPr dirty="0"/>
              <a:t> </a:t>
            </a:r>
            <a:r>
              <a:rPr dirty="0" err="1"/>
              <a:t>nutzen</a:t>
            </a:r>
            <a:r>
              <a:rPr dirty="0"/>
              <a:t>, </a:t>
            </a:r>
            <a:r>
              <a:rPr dirty="0" err="1"/>
              <a:t>brauchen</a:t>
            </a:r>
            <a:r>
              <a:rPr dirty="0"/>
              <a:t> Sie für </a:t>
            </a:r>
            <a:r>
              <a:rPr dirty="0" err="1"/>
              <a:t>jede</a:t>
            </a:r>
            <a:r>
              <a:rPr dirty="0"/>
              <a:t> </a:t>
            </a:r>
            <a:r>
              <a:rPr dirty="0" err="1"/>
              <a:t>Kombination</a:t>
            </a:r>
            <a:r>
              <a:rPr dirty="0"/>
              <a:t> </a:t>
            </a:r>
            <a:r>
              <a:rPr dirty="0" err="1"/>
              <a:t>eine</a:t>
            </a:r>
            <a:r>
              <a:rPr dirty="0"/>
              <a:t> Klasse:</a:t>
            </a:r>
          </a:p>
          <a:p>
            <a:pPr lvl="0"/>
            <a:r>
              <a:rPr dirty="0" err="1">
                <a:latin typeface="Courier"/>
              </a:rPr>
              <a:t>Reisepass</a:t>
            </a:r>
            <a:endParaRPr dirty="0">
              <a:latin typeface="Courier"/>
            </a:endParaRPr>
          </a:p>
          <a:p>
            <a:pPr lvl="0"/>
            <a:r>
              <a:rPr dirty="0" err="1">
                <a:latin typeface="Courier"/>
              </a:rPr>
              <a:t>ReisepassMitExpress</a:t>
            </a:r>
            <a:endParaRPr dirty="0">
              <a:latin typeface="Courier"/>
            </a:endParaRPr>
          </a:p>
          <a:p>
            <a:pPr lvl="0"/>
            <a:r>
              <a:rPr dirty="0">
                <a:latin typeface="Courier"/>
              </a:rPr>
              <a:t>ReisepassMit48Seiten</a:t>
            </a:r>
          </a:p>
          <a:p>
            <a:pPr lvl="0"/>
            <a:r>
              <a:rPr dirty="0">
                <a:latin typeface="Courier"/>
              </a:rPr>
              <a:t>ReisepassMitExpressUnd48Seiten</a:t>
            </a:r>
          </a:p>
          <a:p>
            <a:pPr marL="0" indent="0">
              <a:buNone/>
            </a:pPr>
            <a:r>
              <a:rPr dirty="0"/>
              <a:t>Das </a:t>
            </a:r>
            <a:r>
              <a:rPr dirty="0" err="1"/>
              <a:t>führt</a:t>
            </a:r>
            <a:r>
              <a:rPr dirty="0"/>
              <a:t> </a:t>
            </a:r>
            <a:r>
              <a:rPr lang="de-DE" dirty="0"/>
              <a:t>schnell </a:t>
            </a:r>
            <a:r>
              <a:rPr dirty="0" err="1"/>
              <a:t>zu</a:t>
            </a:r>
            <a:r>
              <a:rPr dirty="0"/>
              <a:t> </a:t>
            </a:r>
            <a:r>
              <a:rPr lang="de-DE" dirty="0"/>
              <a:t>vielen</a:t>
            </a:r>
            <a:r>
              <a:rPr dirty="0"/>
              <a:t> Klassen!</a:t>
            </a:r>
            <a:r>
              <a:rPr lang="de-DE" dirty="0"/>
              <a:t> (2</a:t>
            </a:r>
            <a:r>
              <a:rPr lang="de-DE" baseline="30000" dirty="0"/>
              <a:t>n</a:t>
            </a:r>
            <a:r>
              <a:rPr lang="de-DE" dirty="0"/>
              <a:t>)</a:t>
            </a:r>
          </a:p>
          <a:p>
            <a:pPr marL="0" indent="0">
              <a:buNone/>
            </a:pPr>
            <a:r>
              <a:rPr lang="de-DE" dirty="0"/>
              <a:t>Wenn man also irgendwann auf die brillante Idee kommt, 10 Optionen anzubieten, hat man 1024 Kombinationen. </a:t>
            </a:r>
          </a:p>
          <a:p>
            <a:pPr marL="0" indent="0">
              <a:buNone/>
            </a:pPr>
            <a:r>
              <a:rPr lang="de-DE" dirty="0"/>
              <a:t>Viel Spaß beim Testen.</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Anwendung: Antrags-Zusatzleistungen</a:t>
            </a:r>
          </a:p>
        </p:txBody>
      </p:sp>
      <p:sp>
        <p:nvSpPr>
          <p:cNvPr id="3" name="Content Placeholder 2"/>
          <p:cNvSpPr>
            <a:spLocks noGrp="1"/>
          </p:cNvSpPr>
          <p:nvPr>
            <p:ph idx="1"/>
          </p:nvPr>
        </p:nvSpPr>
        <p:spPr/>
        <p:txBody>
          <a:bodyPr/>
          <a:lstStyle/>
          <a:p>
            <a:pPr marL="0" indent="0">
              <a:buNone/>
            </a:pPr>
            <a:r>
              <a:rPr dirty="0"/>
              <a:t>In der Verwaltung </a:t>
            </a:r>
            <a:r>
              <a:rPr dirty="0" err="1"/>
              <a:t>können</a:t>
            </a:r>
            <a:r>
              <a:rPr dirty="0"/>
              <a:t> Bürger oft </a:t>
            </a:r>
            <a:r>
              <a:rPr dirty="0" err="1"/>
              <a:t>Optionen</a:t>
            </a:r>
            <a:r>
              <a:rPr dirty="0"/>
              <a:t> (Express-Zuschlag, </a:t>
            </a:r>
            <a:r>
              <a:rPr dirty="0" err="1"/>
              <a:t>Zustellung</a:t>
            </a:r>
            <a:r>
              <a:rPr dirty="0"/>
              <a:t> per Post) </a:t>
            </a:r>
            <a:r>
              <a:rPr dirty="0" err="1"/>
              <a:t>dazubuchen</a:t>
            </a:r>
            <a:r>
              <a:rPr dirty="0"/>
              <a:t>. </a:t>
            </a:r>
            <a:endParaRPr lang="de-DE" dirty="0"/>
          </a:p>
          <a:p>
            <a:pPr marL="0" indent="0">
              <a:buNone/>
            </a:pPr>
            <a:r>
              <a:rPr dirty="0"/>
              <a:t>Statt die </a:t>
            </a:r>
            <a:r>
              <a:rPr dirty="0" err="1"/>
              <a:t>Vererbungshierarchie</a:t>
            </a:r>
            <a:r>
              <a:rPr dirty="0"/>
              <a:t> </a:t>
            </a:r>
            <a:r>
              <a:rPr dirty="0" err="1"/>
              <a:t>aufzublähen</a:t>
            </a:r>
            <a:r>
              <a:rPr dirty="0"/>
              <a:t>, “</a:t>
            </a:r>
            <a:r>
              <a:rPr dirty="0" err="1"/>
              <a:t>dekorieren</a:t>
            </a:r>
            <a:r>
              <a:rPr dirty="0"/>
              <a:t>” (</a:t>
            </a:r>
            <a:r>
              <a:rPr dirty="0" err="1"/>
              <a:t>umhüllen</a:t>
            </a:r>
            <a:r>
              <a:rPr dirty="0"/>
              <a:t>) </a:t>
            </a:r>
            <a:r>
              <a:rPr dirty="0" err="1"/>
              <a:t>wir</a:t>
            </a:r>
            <a:r>
              <a:rPr dirty="0"/>
              <a:t> das Basis-</a:t>
            </a:r>
            <a:r>
              <a:rPr dirty="0" err="1"/>
              <a:t>Objekt</a:t>
            </a:r>
            <a:r>
              <a:rPr dirty="0"/>
              <a:t> </a:t>
            </a:r>
            <a:r>
              <a:rPr dirty="0" err="1"/>
              <a:t>wie</a:t>
            </a:r>
            <a:r>
              <a:rPr dirty="0"/>
              <a:t> </a:t>
            </a:r>
            <a:r>
              <a:rPr dirty="0" err="1"/>
              <a:t>eine</a:t>
            </a:r>
            <a:r>
              <a:rPr dirty="0"/>
              <a:t> Zwiebel.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214953"/>
            <a:ext cx="5925470" cy="820429"/>
          </a:xfrm>
        </p:spPr>
        <p:txBody>
          <a:bodyPr/>
          <a:lstStyle/>
          <a:p>
            <a:r>
              <a:rPr dirty="0"/>
              <a:t>Decorator: Basis und </a:t>
            </a:r>
            <a:r>
              <a:rPr dirty="0" err="1"/>
              <a:t>Komponente</a:t>
            </a:r>
            <a:r>
              <a:rPr dirty="0"/>
              <a:t> (Code)</a:t>
            </a:r>
          </a:p>
        </p:txBody>
      </p:sp>
      <p:sp>
        <p:nvSpPr>
          <p:cNvPr id="3" name="Content Placeholder 2"/>
          <p:cNvSpPr>
            <a:spLocks noGrp="1"/>
          </p:cNvSpPr>
          <p:nvPr>
            <p:ph idx="1"/>
          </p:nvPr>
        </p:nvSpPr>
        <p:spPr/>
        <p:txBody>
          <a:bodyPr>
            <a:normAutofit/>
          </a:bodyPr>
          <a:lstStyle/>
          <a:p>
            <a:pPr indent="0">
              <a:buNone/>
            </a:pPr>
            <a:r>
              <a:rPr sz="1200" i="1" dirty="0">
                <a:solidFill>
                  <a:srgbClr val="60A0B0"/>
                </a:solidFill>
                <a:latin typeface="Consolas" panose="020B0609020204030204" pitchFamily="49" charset="0"/>
              </a:rPr>
              <a:t>// Das Basis-Interface</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interface</a:t>
            </a:r>
            <a:r>
              <a:rPr sz="1200" dirty="0">
                <a:latin typeface="Consolas" panose="020B0609020204030204" pitchFamily="49" charset="0"/>
              </a:rPr>
              <a:t> </a:t>
            </a:r>
            <a:r>
              <a:rPr sz="1200" dirty="0" err="1">
                <a:latin typeface="Consolas" panose="020B0609020204030204" pitchFamily="49" charset="0"/>
              </a:rPr>
              <a:t>IAntrag</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902000"/>
                </a:solidFill>
                <a:latin typeface="Consolas" panose="020B0609020204030204" pitchFamily="49" charset="0"/>
              </a:rPr>
              <a:t>double</a:t>
            </a:r>
            <a:r>
              <a:rPr sz="1200" dirty="0">
                <a:latin typeface="Consolas" panose="020B0609020204030204" pitchFamily="49" charset="0"/>
              </a:rPr>
              <a:t> </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br>
              <a:rPr sz="1200" dirty="0">
                <a:latin typeface="Consolas" panose="020B0609020204030204" pitchFamily="49" charset="0"/>
              </a:rPr>
            </a:br>
            <a:r>
              <a:rPr sz="1200" i="1" dirty="0">
                <a:solidFill>
                  <a:srgbClr val="60A0B0"/>
                </a:solidFill>
                <a:latin typeface="Consolas" panose="020B0609020204030204" pitchFamily="49" charset="0"/>
              </a:rPr>
              <a:t>// Die </a:t>
            </a:r>
            <a:r>
              <a:rPr sz="1200" i="1" dirty="0" err="1">
                <a:solidFill>
                  <a:srgbClr val="60A0B0"/>
                </a:solidFill>
                <a:latin typeface="Consolas" panose="020B0609020204030204" pitchFamily="49" charset="0"/>
              </a:rPr>
              <a:t>konkrete</a:t>
            </a:r>
            <a:r>
              <a:rPr sz="1200" i="1" dirty="0">
                <a:solidFill>
                  <a:srgbClr val="60A0B0"/>
                </a:solidFill>
                <a:latin typeface="Consolas" panose="020B0609020204030204" pitchFamily="49" charset="0"/>
              </a:rPr>
              <a:t> Basis-</a:t>
            </a:r>
            <a:r>
              <a:rPr sz="1200" i="1" dirty="0" err="1">
                <a:solidFill>
                  <a:srgbClr val="60A0B0"/>
                </a:solidFill>
                <a:latin typeface="Consolas" panose="020B0609020204030204" pitchFamily="49" charset="0"/>
              </a:rPr>
              <a:t>Komponente</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ReisepassAntrag</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IAntrag</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double</a:t>
            </a:r>
            <a:r>
              <a:rPr sz="1200" dirty="0">
                <a:latin typeface="Consolas" panose="020B0609020204030204" pitchFamily="49" charset="0"/>
              </a:rPr>
              <a:t> </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dirty="0">
                <a:solidFill>
                  <a:srgbClr val="40A070"/>
                </a:solidFill>
                <a:latin typeface="Consolas" panose="020B0609020204030204" pitchFamily="49" charset="0"/>
              </a:rPr>
              <a:t>60.00</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dirty="0">
                <a:solidFill>
                  <a:srgbClr val="4070A0"/>
                </a:solidFill>
                <a:latin typeface="Consolas" panose="020B0609020204030204" pitchFamily="49" charset="0"/>
              </a:rPr>
              <a:t>"</a:t>
            </a:r>
            <a:r>
              <a:rPr sz="1200" dirty="0" err="1">
                <a:solidFill>
                  <a:srgbClr val="4070A0"/>
                </a:solidFill>
                <a:latin typeface="Consolas" panose="020B0609020204030204" pitchFamily="49" charset="0"/>
              </a:rPr>
              <a:t>Reisepass</a:t>
            </a:r>
            <a:r>
              <a:rPr sz="1200" dirty="0">
                <a:solidFill>
                  <a:srgbClr val="4070A0"/>
                </a:solidFill>
                <a:latin typeface="Consolas" panose="020B0609020204030204" pitchFamily="49" charset="0"/>
              </a:rPr>
              <a:t> (Standard)"</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214953"/>
            <a:ext cx="5657850" cy="820429"/>
          </a:xfrm>
        </p:spPr>
        <p:txBody>
          <a:bodyPr/>
          <a:lstStyle/>
          <a:p>
            <a:r>
              <a:rPr dirty="0"/>
              <a:t>Decorator: Die Basis-Decorator-Klasse (Code)</a:t>
            </a:r>
          </a:p>
        </p:txBody>
      </p:sp>
      <p:sp>
        <p:nvSpPr>
          <p:cNvPr id="3" name="Content Placeholder 2"/>
          <p:cNvSpPr>
            <a:spLocks noGrp="1"/>
          </p:cNvSpPr>
          <p:nvPr>
            <p:ph idx="1"/>
          </p:nvPr>
        </p:nvSpPr>
        <p:spPr>
          <a:xfrm>
            <a:off x="617219" y="1103179"/>
            <a:ext cx="6240781" cy="3603318"/>
          </a:xfrm>
        </p:spPr>
        <p:txBody>
          <a:bodyPr>
            <a:normAutofit/>
          </a:bodyPr>
          <a:lstStyle/>
          <a:p>
            <a:pPr marL="0" indent="0">
              <a:buNone/>
            </a:pPr>
            <a:r>
              <a:rPr dirty="0" err="1"/>
              <a:t>Diese</a:t>
            </a:r>
            <a:r>
              <a:rPr dirty="0"/>
              <a:t> Klasse </a:t>
            </a:r>
            <a:r>
              <a:rPr dirty="0" err="1"/>
              <a:t>leitet</a:t>
            </a:r>
            <a:r>
              <a:rPr dirty="0"/>
              <a:t> die </a:t>
            </a:r>
            <a:r>
              <a:rPr dirty="0" err="1"/>
              <a:t>Aufrufe</a:t>
            </a:r>
            <a:r>
              <a:rPr dirty="0"/>
              <a:t> </a:t>
            </a:r>
            <a:r>
              <a:rPr dirty="0" err="1"/>
              <a:t>standardmäßig</a:t>
            </a:r>
            <a:r>
              <a:rPr dirty="0"/>
              <a:t> an das </a:t>
            </a:r>
            <a:r>
              <a:rPr dirty="0" err="1"/>
              <a:t>umhüllte</a:t>
            </a:r>
            <a:r>
              <a:rPr dirty="0"/>
              <a:t> </a:t>
            </a:r>
            <a:r>
              <a:rPr dirty="0" err="1"/>
              <a:t>Objekt</a:t>
            </a:r>
            <a:r>
              <a:rPr dirty="0"/>
              <a:t> (</a:t>
            </a:r>
            <a:r>
              <a:rPr dirty="0">
                <a:latin typeface="Courier"/>
              </a:rPr>
              <a:t>_</a:t>
            </a:r>
            <a:r>
              <a:rPr dirty="0" err="1">
                <a:latin typeface="Courier"/>
              </a:rPr>
              <a:t>antrag</a:t>
            </a:r>
            <a:r>
              <a:rPr dirty="0"/>
              <a:t>) </a:t>
            </a:r>
            <a:r>
              <a:rPr dirty="0" err="1"/>
              <a:t>weiter</a:t>
            </a:r>
            <a:r>
              <a:rPr dirty="0"/>
              <a:t>.</a:t>
            </a:r>
            <a:endParaRPr lang="de-DE" dirty="0"/>
          </a:p>
          <a:p>
            <a:pPr marL="0" indent="0">
              <a:buNone/>
            </a:pPr>
            <a:endParaRPr dirty="0"/>
          </a:p>
          <a:p>
            <a:pPr indent="0">
              <a:buNone/>
            </a:pPr>
            <a:r>
              <a:rPr sz="1200" i="1" dirty="0">
                <a:solidFill>
                  <a:srgbClr val="60A0B0"/>
                </a:solidFill>
                <a:latin typeface="Consolas" panose="020B0609020204030204" pitchFamily="49" charset="0"/>
              </a:rPr>
              <a:t>// Basis-Decorator</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abstract</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AntragDecorator</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IAntrag</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protected</a:t>
            </a:r>
            <a:r>
              <a:rPr sz="1200" dirty="0">
                <a:latin typeface="Consolas" panose="020B0609020204030204" pitchFamily="49" charset="0"/>
              </a:rPr>
              <a:t> </a:t>
            </a:r>
            <a:r>
              <a:rPr sz="1200" dirty="0" err="1">
                <a:latin typeface="Consolas" panose="020B0609020204030204" pitchFamily="49" charset="0"/>
              </a:rPr>
              <a:t>IAntrag</a:t>
            </a:r>
            <a:r>
              <a:rPr sz="1200" dirty="0">
                <a:latin typeface="Consolas" panose="020B0609020204030204" pitchFamily="49" charset="0"/>
              </a:rPr>
              <a:t> _</a:t>
            </a:r>
            <a:r>
              <a:rPr sz="1200" dirty="0" err="1">
                <a:latin typeface="Consolas" panose="020B0609020204030204" pitchFamily="49" charset="0"/>
              </a:rPr>
              <a:t>antrag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err="1">
                <a:solidFill>
                  <a:srgbClr val="06287E"/>
                </a:solidFill>
                <a:latin typeface="Consolas" panose="020B0609020204030204" pitchFamily="49" charset="0"/>
              </a:rPr>
              <a:t>AntragDecorator</a:t>
            </a:r>
            <a:r>
              <a:rPr sz="1200" dirty="0">
                <a:solidFill>
                  <a:srgbClr val="666666"/>
                </a:solidFill>
                <a:latin typeface="Consolas" panose="020B0609020204030204" pitchFamily="49" charset="0"/>
              </a:rPr>
              <a:t>(</a:t>
            </a:r>
            <a:r>
              <a:rPr sz="1200" dirty="0" err="1">
                <a:latin typeface="Consolas" panose="020B0609020204030204" pitchFamily="49" charset="0"/>
              </a:rPr>
              <a:t>IAntrag</a:t>
            </a:r>
            <a:r>
              <a:rPr sz="1200" dirty="0">
                <a:latin typeface="Consolas" panose="020B0609020204030204" pitchFamily="49" charset="0"/>
              </a:rPr>
              <a:t> </a:t>
            </a:r>
            <a:r>
              <a:rPr sz="1200" dirty="0" err="1">
                <a:latin typeface="Consolas" panose="020B0609020204030204" pitchFamily="49" charset="0"/>
              </a:rPr>
              <a:t>antrag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_</a:t>
            </a:r>
            <a:r>
              <a:rPr sz="1200" dirty="0" err="1">
                <a:latin typeface="Consolas" panose="020B0609020204030204" pitchFamily="49" charset="0"/>
              </a:rPr>
              <a:t>antrag</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antrag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virtual</a:t>
            </a:r>
            <a:r>
              <a:rPr sz="1200" dirty="0">
                <a:latin typeface="Consolas" panose="020B0609020204030204" pitchFamily="49" charset="0"/>
              </a:rPr>
              <a:t> </a:t>
            </a:r>
            <a:r>
              <a:rPr sz="1200" dirty="0">
                <a:solidFill>
                  <a:srgbClr val="902000"/>
                </a:solidFill>
                <a:latin typeface="Consolas" panose="020B0609020204030204" pitchFamily="49" charset="0"/>
              </a:rPr>
              <a:t>double</a:t>
            </a:r>
            <a:r>
              <a:rPr sz="1200" dirty="0">
                <a:latin typeface="Consolas" panose="020B0609020204030204" pitchFamily="49" charset="0"/>
              </a:rPr>
              <a:t> </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br>
              <a:rPr lang="de-DE" sz="1200" dirty="0">
                <a:latin typeface="Consolas" panose="020B0609020204030204" pitchFamily="49" charset="0"/>
              </a:rPr>
            </a:br>
            <a:r>
              <a:rPr lang="de-DE"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_</a:t>
            </a:r>
            <a:r>
              <a:rPr sz="1200" dirty="0" err="1">
                <a:latin typeface="Consolas" panose="020B0609020204030204" pitchFamily="49" charset="0"/>
              </a:rPr>
              <a:t>antrag</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br>
              <a:rPr lang="de-DE" sz="1200" dirty="0">
                <a:solidFill>
                  <a:srgbClr val="666666"/>
                </a:solidFill>
                <a:latin typeface="Consolas" panose="020B0609020204030204" pitchFamily="49" charset="0"/>
              </a:rPr>
            </a:b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virtual</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br>
              <a:rPr lang="de-DE" sz="1200" dirty="0">
                <a:latin typeface="Consolas" panose="020B0609020204030204" pitchFamily="49" charset="0"/>
              </a:rPr>
            </a:br>
            <a:r>
              <a:rPr lang="de-DE"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_</a:t>
            </a:r>
            <a:r>
              <a:rPr sz="1200" dirty="0" err="1">
                <a:latin typeface="Consolas" panose="020B0609020204030204" pitchFamily="49" charset="0"/>
              </a:rPr>
              <a:t>antrag</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 Der konkrete Express-Decorator (Code)</a:t>
            </a:r>
          </a:p>
        </p:txBody>
      </p:sp>
      <p:sp>
        <p:nvSpPr>
          <p:cNvPr id="3" name="Content Placeholder 2"/>
          <p:cNvSpPr>
            <a:spLocks noGrp="1"/>
          </p:cNvSpPr>
          <p:nvPr>
            <p:ph idx="1"/>
          </p:nvPr>
        </p:nvSpPr>
        <p:spPr/>
        <p:txBody>
          <a:bodyPr>
            <a:normAutofit/>
          </a:bodyPr>
          <a:lstStyle/>
          <a:p>
            <a:pPr marL="0" indent="0">
              <a:buNone/>
            </a:pPr>
            <a:r>
              <a:rPr dirty="0"/>
              <a:t>Hier </a:t>
            </a:r>
            <a:r>
              <a:rPr dirty="0" err="1"/>
              <a:t>fügen</a:t>
            </a:r>
            <a:r>
              <a:rPr dirty="0"/>
              <a:t> </a:t>
            </a:r>
            <a:r>
              <a:rPr dirty="0" err="1"/>
              <a:t>wir</a:t>
            </a:r>
            <a:r>
              <a:rPr dirty="0"/>
              <a:t> das </a:t>
            </a:r>
            <a:r>
              <a:rPr dirty="0" err="1"/>
              <a:t>neue</a:t>
            </a:r>
            <a:r>
              <a:rPr dirty="0"/>
              <a:t> </a:t>
            </a:r>
            <a:r>
              <a:rPr dirty="0" err="1"/>
              <a:t>Verhalten</a:t>
            </a:r>
            <a:r>
              <a:rPr dirty="0"/>
              <a:t> </a:t>
            </a:r>
            <a:r>
              <a:rPr dirty="0" err="1"/>
              <a:t>hinzu</a:t>
            </a:r>
            <a:r>
              <a:rPr dirty="0"/>
              <a:t>:</a:t>
            </a:r>
          </a:p>
          <a:p>
            <a:pPr indent="0">
              <a:buNone/>
            </a:pP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Konkreter</a:t>
            </a:r>
            <a:r>
              <a:rPr sz="1200" i="1" dirty="0">
                <a:solidFill>
                  <a:srgbClr val="60A0B0"/>
                </a:solidFill>
                <a:latin typeface="Consolas" panose="020B0609020204030204" pitchFamily="49" charset="0"/>
              </a:rPr>
              <a:t> Decorator: Express Option</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ExpressOption</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AntragDecorator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err="1">
                <a:solidFill>
                  <a:srgbClr val="06287E"/>
                </a:solidFill>
                <a:latin typeface="Consolas" panose="020B0609020204030204" pitchFamily="49" charset="0"/>
              </a:rPr>
              <a:t>ExpressOption</a:t>
            </a:r>
            <a:r>
              <a:rPr sz="1200" dirty="0">
                <a:solidFill>
                  <a:srgbClr val="666666"/>
                </a:solidFill>
                <a:latin typeface="Consolas" panose="020B0609020204030204" pitchFamily="49" charset="0"/>
              </a:rPr>
              <a:t>(</a:t>
            </a:r>
            <a:r>
              <a:rPr sz="1200" dirty="0" err="1">
                <a:latin typeface="Consolas" panose="020B0609020204030204" pitchFamily="49" charset="0"/>
              </a:rPr>
              <a:t>IAntrag</a:t>
            </a:r>
            <a:r>
              <a:rPr sz="1200" dirty="0">
                <a:latin typeface="Consolas" panose="020B0609020204030204" pitchFamily="49" charset="0"/>
              </a:rPr>
              <a:t> </a:t>
            </a:r>
            <a:r>
              <a:rPr sz="1200" dirty="0" err="1">
                <a:latin typeface="Consolas" panose="020B0609020204030204" pitchFamily="49" charset="0"/>
              </a:rPr>
              <a:t>antrag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base</a:t>
            </a:r>
            <a:r>
              <a:rPr sz="1200" dirty="0">
                <a:solidFill>
                  <a:srgbClr val="666666"/>
                </a:solidFill>
                <a:latin typeface="Consolas" panose="020B0609020204030204" pitchFamily="49" charset="0"/>
              </a:rPr>
              <a:t>(</a:t>
            </a:r>
            <a:r>
              <a:rPr sz="1200" dirty="0" err="1">
                <a:latin typeface="Consolas" panose="020B0609020204030204" pitchFamily="49" charset="0"/>
              </a:rPr>
              <a:t>antrag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a:solidFill>
                  <a:srgbClr val="902000"/>
                </a:solidFill>
                <a:latin typeface="Consolas" panose="020B0609020204030204" pitchFamily="49" charset="0"/>
              </a:rPr>
              <a:t>double</a:t>
            </a:r>
            <a:r>
              <a:rPr sz="1200" dirty="0">
                <a:latin typeface="Consolas" panose="020B0609020204030204" pitchFamily="49" charset="0"/>
              </a:rPr>
              <a:t> </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err="1">
                <a:solidFill>
                  <a:srgbClr val="007020"/>
                </a:solidFill>
                <a:latin typeface="Consolas" panose="020B0609020204030204" pitchFamily="49" charset="0"/>
              </a:rPr>
              <a:t>base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A070"/>
                </a:solidFill>
                <a:latin typeface="Consolas" panose="020B0609020204030204" pitchFamily="49" charset="0"/>
              </a:rPr>
              <a:t>32.00</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i="1" dirty="0">
                <a:solidFill>
                  <a:srgbClr val="60A0B0"/>
                </a:solidFill>
                <a:latin typeface="Consolas" panose="020B0609020204030204" pitchFamily="49" charset="0"/>
              </a:rPr>
              <a:t>// Zuschlag</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err="1">
                <a:solidFill>
                  <a:srgbClr val="007020"/>
                </a:solidFill>
                <a:latin typeface="Consolas" panose="020B0609020204030204" pitchFamily="49" charset="0"/>
              </a:rPr>
              <a:t>base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70A0"/>
                </a:solidFill>
                <a:latin typeface="Consolas" panose="020B0609020204030204" pitchFamily="49" charset="0"/>
              </a:rPr>
              <a:t>" + Express-Zuschlag"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Decorator: </a:t>
            </a:r>
            <a:r>
              <a:rPr dirty="0" err="1"/>
              <a:t>Nutzung</a:t>
            </a:r>
            <a:r>
              <a:rPr dirty="0"/>
              <a:t> des Decorators</a:t>
            </a:r>
          </a:p>
        </p:txBody>
      </p:sp>
      <p:sp>
        <p:nvSpPr>
          <p:cNvPr id="3" name="Content Placeholder 2"/>
          <p:cNvSpPr>
            <a:spLocks noGrp="1"/>
          </p:cNvSpPr>
          <p:nvPr>
            <p:ph idx="1"/>
          </p:nvPr>
        </p:nvSpPr>
        <p:spPr/>
        <p:txBody>
          <a:bodyPr>
            <a:normAutofit lnSpcReduction="10000"/>
          </a:bodyPr>
          <a:lstStyle/>
          <a:p>
            <a:pPr marL="0" indent="0">
              <a:buNone/>
            </a:pPr>
            <a:r>
              <a:rPr dirty="0"/>
              <a:t>So </a:t>
            </a:r>
            <a:r>
              <a:rPr dirty="0" err="1"/>
              <a:t>nutzen</a:t>
            </a:r>
            <a:r>
              <a:rPr dirty="0"/>
              <a:t> </a:t>
            </a:r>
            <a:r>
              <a:rPr dirty="0" err="1"/>
              <a:t>wir</a:t>
            </a:r>
            <a:r>
              <a:rPr dirty="0"/>
              <a:t> den Decorator:</a:t>
            </a:r>
          </a:p>
          <a:p>
            <a:pPr indent="0">
              <a:buNone/>
            </a:pPr>
            <a:endParaRPr lang="de-DE" sz="1200" i="1" dirty="0">
              <a:solidFill>
                <a:srgbClr val="60A0B0"/>
              </a:solidFill>
              <a:latin typeface="Consolas" panose="020B0609020204030204" pitchFamily="49" charset="0"/>
            </a:endParaRPr>
          </a:p>
          <a:p>
            <a:pPr indent="0">
              <a:buNone/>
            </a:pPr>
            <a:r>
              <a:rPr lang="de-DE" sz="1200" b="1" dirty="0" err="1">
                <a:solidFill>
                  <a:srgbClr val="007020"/>
                </a:solidFill>
                <a:latin typeface="Consolas" panose="020B0609020204030204" pitchFamily="49" charset="0"/>
              </a:rPr>
              <a:t>class</a:t>
            </a:r>
            <a:r>
              <a:rPr lang="de-DE" sz="1200" dirty="0">
                <a:latin typeface="Consolas" panose="020B0609020204030204" pitchFamily="49" charset="0"/>
              </a:rPr>
              <a:t> </a:t>
            </a:r>
            <a:r>
              <a:rPr lang="de-DE" sz="1200" dirty="0" err="1">
                <a:latin typeface="Consolas" panose="020B0609020204030204" pitchFamily="49" charset="0"/>
              </a:rPr>
              <a:t>Program</a:t>
            </a:r>
            <a:br>
              <a:rPr lang="de-DE" sz="1200" dirty="0">
                <a:latin typeface="Consolas" panose="020B0609020204030204" pitchFamily="49" charset="0"/>
              </a:rPr>
            </a:br>
            <a:r>
              <a:rPr lang="de-DE" sz="1200" dirty="0">
                <a:solidFill>
                  <a:srgbClr val="666666"/>
                </a:solidFill>
                <a:latin typeface="Consolas" panose="020B0609020204030204" pitchFamily="49" charset="0"/>
              </a:rPr>
              <a:t>{</a:t>
            </a:r>
            <a:br>
              <a:rPr lang="de-DE" sz="1200" dirty="0">
                <a:latin typeface="Consolas" panose="020B0609020204030204" pitchFamily="49" charset="0"/>
              </a:rPr>
            </a:br>
            <a:r>
              <a:rPr lang="de-DE" sz="1200" dirty="0">
                <a:latin typeface="Consolas" panose="020B0609020204030204" pitchFamily="49" charset="0"/>
              </a:rPr>
              <a:t>    </a:t>
            </a:r>
            <a:r>
              <a:rPr lang="de-DE" sz="1200" b="1" dirty="0" err="1">
                <a:solidFill>
                  <a:srgbClr val="007020"/>
                </a:solidFill>
                <a:latin typeface="Consolas" panose="020B0609020204030204" pitchFamily="49" charset="0"/>
              </a:rPr>
              <a:t>static</a:t>
            </a:r>
            <a:r>
              <a:rPr lang="de-DE" sz="1200" dirty="0">
                <a:latin typeface="Consolas" panose="020B0609020204030204" pitchFamily="49" charset="0"/>
              </a:rPr>
              <a:t> </a:t>
            </a:r>
            <a:r>
              <a:rPr lang="de-DE" sz="1200" dirty="0" err="1">
                <a:solidFill>
                  <a:srgbClr val="902000"/>
                </a:solidFill>
                <a:latin typeface="Consolas" panose="020B0609020204030204" pitchFamily="49" charset="0"/>
              </a:rPr>
              <a:t>void</a:t>
            </a:r>
            <a:r>
              <a:rPr lang="de-DE" sz="1200" dirty="0">
                <a:latin typeface="Consolas" panose="020B0609020204030204" pitchFamily="49" charset="0"/>
              </a:rPr>
              <a:t> </a:t>
            </a:r>
            <a:r>
              <a:rPr lang="de-DE" sz="1200" dirty="0">
                <a:solidFill>
                  <a:srgbClr val="06287E"/>
                </a:solidFill>
                <a:latin typeface="Consolas" panose="020B0609020204030204" pitchFamily="49" charset="0"/>
              </a:rPr>
              <a:t>Main</a:t>
            </a:r>
            <a:r>
              <a:rPr lang="de-DE" sz="1200" dirty="0">
                <a:solidFill>
                  <a:srgbClr val="666666"/>
                </a:solidFill>
                <a:latin typeface="Consolas" panose="020B0609020204030204" pitchFamily="49" charset="0"/>
              </a:rPr>
              <a:t>()</a:t>
            </a:r>
            <a:br>
              <a:rPr lang="de-DE" sz="1200" dirty="0">
                <a:latin typeface="Consolas" panose="020B0609020204030204" pitchFamily="49" charset="0"/>
              </a:rPr>
            </a:br>
            <a:r>
              <a:rPr lang="de-DE" sz="1200" dirty="0">
                <a:latin typeface="Consolas" panose="020B0609020204030204" pitchFamily="49" charset="0"/>
              </a:rPr>
              <a:t>    </a:t>
            </a:r>
            <a:r>
              <a:rPr lang="de-DE" sz="1200" dirty="0">
                <a:solidFill>
                  <a:srgbClr val="666666"/>
                </a:solidFill>
                <a:latin typeface="Consolas" panose="020B0609020204030204" pitchFamily="49" charset="0"/>
              </a:rPr>
              <a:t>{</a:t>
            </a:r>
            <a:br>
              <a:rPr lang="de-DE" sz="1200" dirty="0">
                <a:latin typeface="Consolas" panose="020B0609020204030204" pitchFamily="49" charset="0"/>
              </a:rPr>
            </a:br>
            <a:r>
              <a:rPr lang="de-DE" sz="1200" dirty="0">
                <a:latin typeface="Consolas" panose="020B0609020204030204" pitchFamily="49" charset="0"/>
              </a:rPr>
              <a:t>	 </a:t>
            </a:r>
            <a:r>
              <a:rPr lang="de-DE" sz="1200" i="1" dirty="0">
                <a:solidFill>
                  <a:srgbClr val="60A0B0"/>
                </a:solidFill>
                <a:latin typeface="Consolas" panose="020B0609020204030204" pitchFamily="49" charset="0"/>
              </a:rPr>
              <a:t>// 1. Basis erstellen (60 EUR)</a:t>
            </a:r>
            <a:br>
              <a:rPr lang="de-DE" sz="1200" dirty="0">
                <a:latin typeface="Consolas" panose="020B0609020204030204" pitchFamily="49" charset="0"/>
              </a:rPr>
            </a:br>
            <a:r>
              <a:rPr lang="de-DE" sz="1200" dirty="0">
                <a:latin typeface="Consolas" panose="020B0609020204030204" pitchFamily="49" charset="0"/>
              </a:rPr>
              <a:t>	 </a:t>
            </a:r>
            <a:r>
              <a:rPr lang="de-DE" sz="1200" dirty="0" err="1">
                <a:latin typeface="Consolas" panose="020B0609020204030204" pitchFamily="49" charset="0"/>
              </a:rPr>
              <a:t>IAntrag</a:t>
            </a:r>
            <a:r>
              <a:rPr lang="de-DE" sz="1200" dirty="0">
                <a:latin typeface="Consolas" panose="020B0609020204030204" pitchFamily="49" charset="0"/>
              </a:rPr>
              <a:t> </a:t>
            </a:r>
            <a:r>
              <a:rPr lang="de-DE" sz="1200" dirty="0" err="1">
                <a:latin typeface="Consolas" panose="020B0609020204030204" pitchFamily="49" charset="0"/>
              </a:rPr>
              <a:t>meinAntrag</a:t>
            </a:r>
            <a:r>
              <a:rPr lang="de-DE" sz="1200" dirty="0">
                <a:latin typeface="Consolas" panose="020B0609020204030204" pitchFamily="49" charset="0"/>
              </a:rPr>
              <a:t> </a:t>
            </a:r>
            <a:r>
              <a:rPr lang="de-DE" sz="1200" dirty="0">
                <a:solidFill>
                  <a:srgbClr val="666666"/>
                </a:solidFill>
                <a:latin typeface="Consolas" panose="020B0609020204030204" pitchFamily="49" charset="0"/>
              </a:rPr>
              <a:t>=</a:t>
            </a:r>
            <a:r>
              <a:rPr lang="de-DE" sz="1200" dirty="0">
                <a:latin typeface="Consolas" panose="020B0609020204030204" pitchFamily="49" charset="0"/>
              </a:rPr>
              <a:t> </a:t>
            </a:r>
            <a:r>
              <a:rPr lang="de-DE" sz="1200" b="1" dirty="0" err="1">
                <a:solidFill>
                  <a:srgbClr val="007020"/>
                </a:solidFill>
                <a:latin typeface="Consolas" panose="020B0609020204030204" pitchFamily="49" charset="0"/>
              </a:rPr>
              <a:t>new</a:t>
            </a:r>
            <a:r>
              <a:rPr lang="de-DE" sz="1200" dirty="0">
                <a:latin typeface="Consolas" panose="020B0609020204030204" pitchFamily="49" charset="0"/>
              </a:rPr>
              <a:t> </a:t>
            </a:r>
            <a:r>
              <a:rPr lang="de-DE" sz="1200" dirty="0" err="1">
                <a:solidFill>
                  <a:srgbClr val="06287E"/>
                </a:solidFill>
                <a:latin typeface="Consolas" panose="020B0609020204030204" pitchFamily="49" charset="0"/>
              </a:rPr>
              <a:t>ReisepassAntrag</a:t>
            </a:r>
            <a:r>
              <a:rPr lang="de-DE" sz="1200" dirty="0">
                <a:solidFill>
                  <a:srgbClr val="666666"/>
                </a:solidFill>
                <a:latin typeface="Consolas" panose="020B0609020204030204" pitchFamily="49" charset="0"/>
              </a:rPr>
              <a:t>();</a:t>
            </a:r>
            <a:br>
              <a:rPr lang="de-DE" sz="1200" dirty="0">
                <a:latin typeface="Consolas" panose="020B0609020204030204" pitchFamily="49" charset="0"/>
              </a:rPr>
            </a:br>
            <a:br>
              <a:rPr lang="de-DE" sz="1200" dirty="0">
                <a:latin typeface="Consolas" panose="020B0609020204030204" pitchFamily="49" charset="0"/>
              </a:rPr>
            </a:br>
            <a:r>
              <a:rPr lang="de-DE" sz="1200" dirty="0">
                <a:latin typeface="Consolas" panose="020B0609020204030204" pitchFamily="49" charset="0"/>
              </a:rPr>
              <a:t>	 </a:t>
            </a:r>
            <a:r>
              <a:rPr lang="de-DE" sz="1200" i="1" dirty="0">
                <a:solidFill>
                  <a:srgbClr val="60A0B0"/>
                </a:solidFill>
                <a:latin typeface="Consolas" panose="020B0609020204030204" pitchFamily="49" charset="0"/>
              </a:rPr>
              <a:t>// 2. Mit Express dekorieren (+32 EUR)</a:t>
            </a:r>
            <a:br>
              <a:rPr lang="de-DE" sz="1200" dirty="0">
                <a:latin typeface="Consolas" panose="020B0609020204030204" pitchFamily="49" charset="0"/>
              </a:rPr>
            </a:br>
            <a:r>
              <a:rPr lang="de-DE" sz="1200" dirty="0">
                <a:latin typeface="Consolas" panose="020B0609020204030204" pitchFamily="49" charset="0"/>
              </a:rPr>
              <a:t>	 </a:t>
            </a:r>
            <a:r>
              <a:rPr lang="de-DE" sz="1200" dirty="0" err="1">
                <a:latin typeface="Consolas" panose="020B0609020204030204" pitchFamily="49" charset="0"/>
              </a:rPr>
              <a:t>meinAntrag</a:t>
            </a:r>
            <a:r>
              <a:rPr lang="de-DE" sz="1200" dirty="0">
                <a:latin typeface="Consolas" panose="020B0609020204030204" pitchFamily="49" charset="0"/>
              </a:rPr>
              <a:t> </a:t>
            </a:r>
            <a:r>
              <a:rPr lang="de-DE" sz="1200" dirty="0">
                <a:solidFill>
                  <a:srgbClr val="666666"/>
                </a:solidFill>
                <a:latin typeface="Consolas" panose="020B0609020204030204" pitchFamily="49" charset="0"/>
              </a:rPr>
              <a:t>=</a:t>
            </a:r>
            <a:r>
              <a:rPr lang="de-DE" sz="1200" dirty="0">
                <a:latin typeface="Consolas" panose="020B0609020204030204" pitchFamily="49" charset="0"/>
              </a:rPr>
              <a:t> </a:t>
            </a:r>
            <a:r>
              <a:rPr lang="de-DE" sz="1200" b="1" dirty="0" err="1">
                <a:solidFill>
                  <a:srgbClr val="007020"/>
                </a:solidFill>
                <a:latin typeface="Consolas" panose="020B0609020204030204" pitchFamily="49" charset="0"/>
              </a:rPr>
              <a:t>new</a:t>
            </a:r>
            <a:r>
              <a:rPr lang="de-DE" sz="1200" dirty="0">
                <a:latin typeface="Consolas" panose="020B0609020204030204" pitchFamily="49" charset="0"/>
              </a:rPr>
              <a:t> </a:t>
            </a:r>
            <a:r>
              <a:rPr lang="de-DE" sz="1200" dirty="0" err="1">
                <a:solidFill>
                  <a:srgbClr val="06287E"/>
                </a:solidFill>
                <a:latin typeface="Consolas" panose="020B0609020204030204" pitchFamily="49" charset="0"/>
              </a:rPr>
              <a:t>ExpressOption</a:t>
            </a:r>
            <a:r>
              <a:rPr lang="de-DE" sz="1200" dirty="0">
                <a:solidFill>
                  <a:srgbClr val="666666"/>
                </a:solidFill>
                <a:latin typeface="Consolas" panose="020B0609020204030204" pitchFamily="49" charset="0"/>
              </a:rPr>
              <a:t>(</a:t>
            </a:r>
            <a:r>
              <a:rPr lang="de-DE" sz="1200" dirty="0" err="1">
                <a:latin typeface="Consolas" panose="020B0609020204030204" pitchFamily="49" charset="0"/>
              </a:rPr>
              <a:t>meinAntrag</a:t>
            </a:r>
            <a:r>
              <a:rPr lang="de-DE" sz="1200" dirty="0">
                <a:solidFill>
                  <a:srgbClr val="666666"/>
                </a:solidFill>
                <a:latin typeface="Consolas" panose="020B0609020204030204" pitchFamily="49" charset="0"/>
              </a:rPr>
              <a:t>);</a:t>
            </a:r>
            <a:br>
              <a:rPr lang="de-DE" sz="1200" dirty="0">
                <a:latin typeface="Consolas" panose="020B0609020204030204" pitchFamily="49" charset="0"/>
              </a:rPr>
            </a:br>
            <a:br>
              <a:rPr lang="de-DE" sz="1200" dirty="0">
                <a:latin typeface="Consolas" panose="020B0609020204030204" pitchFamily="49" charset="0"/>
              </a:rPr>
            </a:br>
            <a:r>
              <a:rPr lang="de-DE" sz="1200" dirty="0">
                <a:latin typeface="Consolas" panose="020B0609020204030204" pitchFamily="49" charset="0"/>
              </a:rPr>
              <a:t>	 </a:t>
            </a:r>
            <a:r>
              <a:rPr lang="de-DE" sz="1200" dirty="0" err="1">
                <a:latin typeface="Consolas" panose="020B0609020204030204" pitchFamily="49" charset="0"/>
              </a:rPr>
              <a:t>Console</a:t>
            </a:r>
            <a:r>
              <a:rPr lang="de-DE" sz="1200" dirty="0" err="1">
                <a:solidFill>
                  <a:srgbClr val="666666"/>
                </a:solidFill>
                <a:latin typeface="Consolas" panose="020B0609020204030204" pitchFamily="49" charset="0"/>
              </a:rPr>
              <a:t>.</a:t>
            </a:r>
            <a:r>
              <a:rPr lang="de-DE" sz="1200" dirty="0" err="1">
                <a:solidFill>
                  <a:srgbClr val="06287E"/>
                </a:solidFill>
                <a:latin typeface="Consolas" panose="020B0609020204030204" pitchFamily="49" charset="0"/>
              </a:rPr>
              <a:t>WriteLine</a:t>
            </a:r>
            <a:r>
              <a:rPr lang="de-DE" sz="1200" dirty="0">
                <a:solidFill>
                  <a:srgbClr val="666666"/>
                </a:solidFill>
                <a:latin typeface="Consolas" panose="020B0609020204030204" pitchFamily="49" charset="0"/>
              </a:rPr>
              <a:t>(</a:t>
            </a:r>
            <a:r>
              <a:rPr lang="de-DE" sz="1200" dirty="0" err="1">
                <a:latin typeface="Consolas" panose="020B0609020204030204" pitchFamily="49" charset="0"/>
              </a:rPr>
              <a:t>meinAntrag</a:t>
            </a:r>
            <a:r>
              <a:rPr lang="de-DE" sz="1200" dirty="0" err="1">
                <a:solidFill>
                  <a:srgbClr val="666666"/>
                </a:solidFill>
                <a:latin typeface="Consolas" panose="020B0609020204030204" pitchFamily="49" charset="0"/>
              </a:rPr>
              <a:t>.</a:t>
            </a:r>
            <a:r>
              <a:rPr lang="de-DE" sz="1200" dirty="0" err="1">
                <a:solidFill>
                  <a:srgbClr val="06287E"/>
                </a:solidFill>
                <a:latin typeface="Consolas" panose="020B0609020204030204" pitchFamily="49" charset="0"/>
              </a:rPr>
              <a:t>GetBeschreibung</a:t>
            </a:r>
            <a:r>
              <a:rPr lang="de-DE" sz="1200" dirty="0">
                <a:solidFill>
                  <a:srgbClr val="666666"/>
                </a:solidFill>
                <a:latin typeface="Consolas" panose="020B0609020204030204" pitchFamily="49" charset="0"/>
              </a:rPr>
              <a:t>());</a:t>
            </a:r>
            <a:r>
              <a:rPr lang="de-DE" sz="1200" dirty="0">
                <a:latin typeface="Consolas" panose="020B0609020204030204" pitchFamily="49" charset="0"/>
              </a:rPr>
              <a:t> </a:t>
            </a:r>
            <a:br>
              <a:rPr lang="de-DE" sz="1200" dirty="0">
                <a:latin typeface="Consolas" panose="020B0609020204030204" pitchFamily="49" charset="0"/>
              </a:rPr>
            </a:br>
            <a:r>
              <a:rPr lang="de-DE" sz="1200" dirty="0">
                <a:latin typeface="Consolas" panose="020B0609020204030204" pitchFamily="49" charset="0"/>
              </a:rPr>
              <a:t>	 </a:t>
            </a:r>
            <a:r>
              <a:rPr lang="de-DE" sz="1200" i="1" dirty="0">
                <a:solidFill>
                  <a:srgbClr val="60A0B0"/>
                </a:solidFill>
                <a:latin typeface="Consolas" panose="020B0609020204030204" pitchFamily="49" charset="0"/>
              </a:rPr>
              <a:t>// Ausgabe: Reisepass (Standard) + Express-Zuschlag</a:t>
            </a:r>
            <a:br>
              <a:rPr lang="de-DE" sz="1200" dirty="0">
                <a:latin typeface="Consolas" panose="020B0609020204030204" pitchFamily="49" charset="0"/>
              </a:rPr>
            </a:br>
            <a:endParaRPr lang="de-DE" sz="1200" dirty="0">
              <a:latin typeface="Consolas" panose="020B0609020204030204" pitchFamily="49" charset="0"/>
            </a:endParaRPr>
          </a:p>
          <a:p>
            <a:pPr indent="0">
              <a:buNone/>
            </a:pPr>
            <a:r>
              <a:rPr lang="de-DE" sz="1200" dirty="0">
                <a:latin typeface="Consolas" panose="020B0609020204030204" pitchFamily="49" charset="0"/>
              </a:rPr>
              <a:t>	 </a:t>
            </a:r>
            <a:r>
              <a:rPr lang="de-DE" sz="1200" dirty="0" err="1">
                <a:latin typeface="Consolas" panose="020B0609020204030204" pitchFamily="49" charset="0"/>
              </a:rPr>
              <a:t>Console</a:t>
            </a:r>
            <a:r>
              <a:rPr lang="de-DE" sz="1200" dirty="0" err="1">
                <a:solidFill>
                  <a:srgbClr val="666666"/>
                </a:solidFill>
                <a:latin typeface="Consolas" panose="020B0609020204030204" pitchFamily="49" charset="0"/>
              </a:rPr>
              <a:t>.</a:t>
            </a:r>
            <a:r>
              <a:rPr lang="de-DE" sz="1200" dirty="0" err="1">
                <a:solidFill>
                  <a:srgbClr val="06287E"/>
                </a:solidFill>
                <a:latin typeface="Consolas" panose="020B0609020204030204" pitchFamily="49" charset="0"/>
              </a:rPr>
              <a:t>WriteLine</a:t>
            </a:r>
            <a:r>
              <a:rPr lang="de-DE" sz="1200" dirty="0">
                <a:solidFill>
                  <a:srgbClr val="666666"/>
                </a:solidFill>
                <a:latin typeface="Consolas" panose="020B0609020204030204" pitchFamily="49" charset="0"/>
              </a:rPr>
              <a:t>(</a:t>
            </a:r>
            <a:r>
              <a:rPr lang="de-DE" sz="1200" dirty="0" err="1">
                <a:latin typeface="Consolas" panose="020B0609020204030204" pitchFamily="49" charset="0"/>
              </a:rPr>
              <a:t>meinAntrag</a:t>
            </a:r>
            <a:r>
              <a:rPr lang="de-DE" sz="1200" dirty="0" err="1">
                <a:solidFill>
                  <a:srgbClr val="666666"/>
                </a:solidFill>
                <a:latin typeface="Consolas" panose="020B0609020204030204" pitchFamily="49" charset="0"/>
              </a:rPr>
              <a:t>.</a:t>
            </a:r>
            <a:r>
              <a:rPr lang="de-DE" sz="1200" dirty="0" err="1">
                <a:solidFill>
                  <a:srgbClr val="06287E"/>
                </a:solidFill>
                <a:latin typeface="Consolas" panose="020B0609020204030204" pitchFamily="49" charset="0"/>
              </a:rPr>
              <a:t>BerechneKosten</a:t>
            </a:r>
            <a:r>
              <a:rPr lang="de-DE" sz="1200" dirty="0">
                <a:solidFill>
                  <a:srgbClr val="666666"/>
                </a:solidFill>
                <a:latin typeface="Consolas" panose="020B0609020204030204" pitchFamily="49" charset="0"/>
              </a:rPr>
              <a:t>());</a:t>
            </a:r>
            <a:r>
              <a:rPr lang="de-DE" sz="1200" dirty="0">
                <a:latin typeface="Consolas" panose="020B0609020204030204" pitchFamily="49" charset="0"/>
              </a:rPr>
              <a:t>  </a:t>
            </a:r>
            <a:br>
              <a:rPr lang="de-DE" sz="1200" dirty="0">
                <a:latin typeface="Consolas" panose="020B0609020204030204" pitchFamily="49" charset="0"/>
              </a:rPr>
            </a:br>
            <a:r>
              <a:rPr lang="de-DE" sz="1200" dirty="0">
                <a:latin typeface="Consolas" panose="020B0609020204030204" pitchFamily="49" charset="0"/>
              </a:rPr>
              <a:t>	 </a:t>
            </a:r>
            <a:r>
              <a:rPr lang="de-DE" sz="1200" i="1" dirty="0">
                <a:solidFill>
                  <a:srgbClr val="60A0B0"/>
                </a:solidFill>
                <a:latin typeface="Consolas" panose="020B0609020204030204" pitchFamily="49" charset="0"/>
              </a:rPr>
              <a:t>// Ausgabe: 92.00</a:t>
            </a:r>
          </a:p>
          <a:p>
            <a:pPr indent="0">
              <a:buNone/>
            </a:pPr>
            <a:r>
              <a:rPr lang="de-DE" sz="1200" dirty="0">
                <a:latin typeface="Consolas" panose="020B0609020204030204" pitchFamily="49" charset="0"/>
              </a:rPr>
              <a:t>    </a:t>
            </a:r>
            <a:r>
              <a:rPr lang="de-DE" sz="1200" dirty="0">
                <a:solidFill>
                  <a:srgbClr val="666666"/>
                </a:solidFill>
                <a:latin typeface="Consolas" panose="020B0609020204030204" pitchFamily="49" charset="0"/>
              </a:rPr>
              <a:t>}</a:t>
            </a:r>
            <a:br>
              <a:rPr lang="de-DE" sz="1200" dirty="0">
                <a:latin typeface="Consolas" panose="020B0609020204030204" pitchFamily="49" charset="0"/>
              </a:rPr>
            </a:br>
            <a:r>
              <a:rPr lang="de-DE" sz="1200" dirty="0">
                <a:solidFill>
                  <a:srgbClr val="666666"/>
                </a:solidFill>
                <a:latin typeface="Consolas" panose="020B0609020204030204" pitchFamily="49" charset="0"/>
              </a:rPr>
              <a:t>}</a:t>
            </a:r>
            <a:endParaRPr sz="1200" i="1" dirty="0">
              <a:solidFill>
                <a:srgbClr val="60A0B0"/>
              </a:solidFill>
              <a:latin typeface="Consolas" panose="020B0609020204030204" pitchFamily="49"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 Der konkrete 48 Seiten-Decorator (Code)</a:t>
            </a:r>
          </a:p>
        </p:txBody>
      </p:sp>
      <p:sp>
        <p:nvSpPr>
          <p:cNvPr id="3" name="Content Placeholder 2"/>
          <p:cNvSpPr>
            <a:spLocks noGrp="1"/>
          </p:cNvSpPr>
          <p:nvPr>
            <p:ph idx="1"/>
          </p:nvPr>
        </p:nvSpPr>
        <p:spPr/>
        <p:txBody>
          <a:bodyPr>
            <a:normAutofit/>
          </a:bodyPr>
          <a:lstStyle/>
          <a:p>
            <a:pPr marL="0" indent="0">
              <a:buNone/>
            </a:pPr>
            <a:r>
              <a:rPr dirty="0"/>
              <a:t>Hier </a:t>
            </a:r>
            <a:r>
              <a:rPr dirty="0" err="1"/>
              <a:t>fügen</a:t>
            </a:r>
            <a:r>
              <a:rPr dirty="0"/>
              <a:t> </a:t>
            </a:r>
            <a:r>
              <a:rPr dirty="0" err="1"/>
              <a:t>wir</a:t>
            </a:r>
            <a:r>
              <a:rPr dirty="0"/>
              <a:t> </a:t>
            </a:r>
            <a:r>
              <a:rPr lang="de-DE" dirty="0"/>
              <a:t>eine neue Option</a:t>
            </a:r>
            <a:r>
              <a:rPr dirty="0"/>
              <a:t> </a:t>
            </a:r>
            <a:r>
              <a:rPr dirty="0" err="1"/>
              <a:t>hinzu</a:t>
            </a:r>
            <a:r>
              <a:rPr dirty="0"/>
              <a:t>:</a:t>
            </a:r>
          </a:p>
          <a:p>
            <a:pPr indent="0">
              <a:buNone/>
            </a:pPr>
            <a:r>
              <a:rPr sz="1200" i="1" dirty="0">
                <a:solidFill>
                  <a:srgbClr val="60A0B0"/>
                </a:solidFill>
                <a:latin typeface="Consolas" panose="020B0609020204030204" pitchFamily="49" charset="0"/>
              </a:rPr>
              <a:t>// </a:t>
            </a:r>
            <a:r>
              <a:rPr sz="1200" i="1" dirty="0" err="1">
                <a:solidFill>
                  <a:srgbClr val="60A0B0"/>
                </a:solidFill>
                <a:latin typeface="Consolas" panose="020B0609020204030204" pitchFamily="49" charset="0"/>
              </a:rPr>
              <a:t>Konkreter</a:t>
            </a:r>
            <a:r>
              <a:rPr sz="1200" i="1" dirty="0">
                <a:solidFill>
                  <a:srgbClr val="60A0B0"/>
                </a:solidFill>
                <a:latin typeface="Consolas" panose="020B0609020204030204" pitchFamily="49" charset="0"/>
              </a:rPr>
              <a:t> Decorator: Express Option</a:t>
            </a:r>
            <a:br>
              <a:rPr sz="1200" dirty="0">
                <a:latin typeface="Consolas" panose="020B0609020204030204" pitchFamily="49" charset="0"/>
              </a:rPr>
            </a:b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class</a:t>
            </a:r>
            <a:r>
              <a:rPr sz="1200" dirty="0">
                <a:latin typeface="Consolas" panose="020B0609020204030204" pitchFamily="49" charset="0"/>
              </a:rPr>
              <a:t> </a:t>
            </a:r>
            <a:r>
              <a:rPr sz="1200" dirty="0" err="1">
                <a:latin typeface="Consolas" panose="020B0609020204030204" pitchFamily="49" charset="0"/>
              </a:rPr>
              <a:t>MehrSeitenOption</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err="1">
                <a:latin typeface="Consolas" panose="020B0609020204030204" pitchFamily="49" charset="0"/>
              </a:rPr>
              <a:t>AntragDecorator</a:t>
            </a:r>
            <a:br>
              <a:rPr sz="1200" dirty="0">
                <a:latin typeface="Consolas" panose="020B0609020204030204" pitchFamily="49" charset="0"/>
              </a:rPr>
            </a:b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dirty="0" err="1">
                <a:solidFill>
                  <a:srgbClr val="06287E"/>
                </a:solidFill>
                <a:latin typeface="Consolas" panose="020B0609020204030204" pitchFamily="49" charset="0"/>
              </a:rPr>
              <a:t>MehrSeitenOption</a:t>
            </a:r>
            <a:r>
              <a:rPr sz="1200" dirty="0">
                <a:solidFill>
                  <a:srgbClr val="666666"/>
                </a:solidFill>
                <a:latin typeface="Consolas" panose="020B0609020204030204" pitchFamily="49" charset="0"/>
              </a:rPr>
              <a:t>(</a:t>
            </a:r>
            <a:r>
              <a:rPr sz="1200" dirty="0" err="1">
                <a:latin typeface="Consolas" panose="020B0609020204030204" pitchFamily="49" charset="0"/>
              </a:rPr>
              <a:t>IAntrag</a:t>
            </a:r>
            <a:r>
              <a:rPr sz="1200" dirty="0">
                <a:latin typeface="Consolas" panose="020B0609020204030204" pitchFamily="49" charset="0"/>
              </a:rPr>
              <a:t> </a:t>
            </a:r>
            <a:r>
              <a:rPr sz="1200" dirty="0" err="1">
                <a:latin typeface="Consolas" panose="020B0609020204030204" pitchFamily="49" charset="0"/>
              </a:rPr>
              <a:t>antrag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b="1" dirty="0">
                <a:solidFill>
                  <a:srgbClr val="007020"/>
                </a:solidFill>
                <a:latin typeface="Consolas" panose="020B0609020204030204" pitchFamily="49" charset="0"/>
              </a:rPr>
              <a:t>base</a:t>
            </a:r>
            <a:r>
              <a:rPr sz="1200" dirty="0">
                <a:solidFill>
                  <a:srgbClr val="666666"/>
                </a:solidFill>
                <a:latin typeface="Consolas" panose="020B0609020204030204" pitchFamily="49" charset="0"/>
              </a:rPr>
              <a:t>(</a:t>
            </a:r>
            <a:r>
              <a:rPr sz="1200" dirty="0" err="1">
                <a:latin typeface="Consolas" panose="020B0609020204030204" pitchFamily="49" charset="0"/>
              </a:rPr>
              <a:t>antrag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a:solidFill>
                  <a:srgbClr val="902000"/>
                </a:solidFill>
                <a:latin typeface="Consolas" panose="020B0609020204030204" pitchFamily="49" charset="0"/>
              </a:rPr>
              <a:t>double</a:t>
            </a:r>
            <a:r>
              <a:rPr sz="1200" dirty="0">
                <a:latin typeface="Consolas" panose="020B0609020204030204" pitchFamily="49" charset="0"/>
              </a:rPr>
              <a:t> </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err="1">
                <a:solidFill>
                  <a:srgbClr val="007020"/>
                </a:solidFill>
                <a:latin typeface="Consolas" panose="020B0609020204030204" pitchFamily="49" charset="0"/>
              </a:rPr>
              <a:t>base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BerechneKosten</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A070"/>
                </a:solidFill>
                <a:latin typeface="Consolas" panose="020B0609020204030204" pitchFamily="49" charset="0"/>
              </a:rPr>
              <a:t>22.00</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i="1" dirty="0">
                <a:solidFill>
                  <a:srgbClr val="60A0B0"/>
                </a:solidFill>
                <a:latin typeface="Consolas" panose="020B0609020204030204" pitchFamily="49" charset="0"/>
              </a:rPr>
              <a:t>// Zuschlag</a:t>
            </a:r>
            <a:br>
              <a:rPr sz="1200" dirty="0">
                <a:latin typeface="Consolas" panose="020B0609020204030204" pitchFamily="49" charset="0"/>
              </a:rPr>
            </a:b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b="1" dirty="0">
                <a:solidFill>
                  <a:srgbClr val="007020"/>
                </a:solidFill>
                <a:latin typeface="Consolas" panose="020B0609020204030204" pitchFamily="49" charset="0"/>
              </a:rPr>
              <a:t>public</a:t>
            </a:r>
            <a:r>
              <a:rPr sz="1200" dirty="0">
                <a:latin typeface="Consolas" panose="020B0609020204030204" pitchFamily="49" charset="0"/>
              </a:rPr>
              <a:t> </a:t>
            </a:r>
            <a:r>
              <a:rPr sz="1200" b="1" dirty="0">
                <a:solidFill>
                  <a:srgbClr val="007020"/>
                </a:solidFill>
                <a:latin typeface="Consolas" panose="020B0609020204030204" pitchFamily="49" charset="0"/>
              </a:rPr>
              <a:t>override</a:t>
            </a:r>
            <a:r>
              <a:rPr sz="1200" dirty="0">
                <a:latin typeface="Consolas" panose="020B0609020204030204" pitchFamily="49" charset="0"/>
              </a:rPr>
              <a:t> </a:t>
            </a:r>
            <a:r>
              <a:rPr sz="1200" dirty="0">
                <a:solidFill>
                  <a:srgbClr val="902000"/>
                </a:solidFill>
                <a:latin typeface="Consolas" panose="020B0609020204030204" pitchFamily="49" charset="0"/>
              </a:rPr>
              <a:t>string</a:t>
            </a:r>
            <a:r>
              <a:rPr sz="1200" dirty="0">
                <a:latin typeface="Consolas" panose="020B0609020204030204" pitchFamily="49" charset="0"/>
              </a:rPr>
              <a:t> </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br>
              <a:rPr sz="1200" dirty="0">
                <a:latin typeface="Consolas" panose="020B0609020204030204" pitchFamily="49" charset="0"/>
              </a:rPr>
            </a:br>
            <a:r>
              <a:rPr sz="1200" dirty="0">
                <a:latin typeface="Consolas" panose="020B0609020204030204" pitchFamily="49" charset="0"/>
              </a:rPr>
              <a:t>        </a:t>
            </a:r>
            <a:r>
              <a:rPr sz="1200" dirty="0">
                <a:solidFill>
                  <a:srgbClr val="666666"/>
                </a:solidFill>
                <a:latin typeface="Consolas" panose="020B0609020204030204" pitchFamily="49" charset="0"/>
              </a:rPr>
              <a:t>=&gt;</a:t>
            </a:r>
            <a:r>
              <a:rPr sz="1200" dirty="0">
                <a:latin typeface="Consolas" panose="020B0609020204030204" pitchFamily="49" charset="0"/>
              </a:rPr>
              <a:t> </a:t>
            </a:r>
            <a:r>
              <a:rPr sz="1200" b="1" dirty="0" err="1">
                <a:solidFill>
                  <a:srgbClr val="007020"/>
                </a:solidFill>
                <a:latin typeface="Consolas" panose="020B0609020204030204" pitchFamily="49" charset="0"/>
              </a:rPr>
              <a:t>base</a:t>
            </a:r>
            <a:r>
              <a:rPr sz="1200" dirty="0" err="1">
                <a:solidFill>
                  <a:srgbClr val="666666"/>
                </a:solidFill>
                <a:latin typeface="Consolas" panose="020B0609020204030204" pitchFamily="49" charset="0"/>
              </a:rPr>
              <a:t>.</a:t>
            </a:r>
            <a:r>
              <a:rPr sz="1200" dirty="0" err="1">
                <a:solidFill>
                  <a:srgbClr val="06287E"/>
                </a:solidFill>
                <a:latin typeface="Consolas" panose="020B0609020204030204" pitchFamily="49" charset="0"/>
              </a:rPr>
              <a:t>GetBeschreibung</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666666"/>
                </a:solidFill>
                <a:latin typeface="Consolas" panose="020B0609020204030204" pitchFamily="49" charset="0"/>
              </a:rPr>
              <a:t>+</a:t>
            </a:r>
            <a:r>
              <a:rPr sz="1200" dirty="0">
                <a:latin typeface="Consolas" panose="020B0609020204030204" pitchFamily="49" charset="0"/>
              </a:rPr>
              <a:t> </a:t>
            </a:r>
            <a:r>
              <a:rPr sz="1200" dirty="0">
                <a:solidFill>
                  <a:srgbClr val="4070A0"/>
                </a:solidFill>
                <a:latin typeface="Consolas" panose="020B0609020204030204" pitchFamily="49" charset="0"/>
              </a:rPr>
              <a:t>" + 48Seiten-Zuschlag"</a:t>
            </a:r>
            <a:r>
              <a:rPr sz="1200" dirty="0">
                <a:solidFill>
                  <a:srgbClr val="666666"/>
                </a:solidFill>
                <a:latin typeface="Consolas" panose="020B0609020204030204" pitchFamily="49" charset="0"/>
              </a:rPr>
              <a:t>;</a:t>
            </a:r>
            <a:br>
              <a:rPr sz="1200" dirty="0">
                <a:latin typeface="Consolas" panose="020B0609020204030204" pitchFamily="49" charset="0"/>
              </a:rPr>
            </a:br>
            <a:r>
              <a:rPr sz="1200" dirty="0">
                <a:solidFill>
                  <a:srgbClr val="666666"/>
                </a:solidFill>
                <a:latin typeface="Consolas" panose="020B0609020204030204" pitchFamily="49"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dirty="0"/>
              <a:t>Decorator: </a:t>
            </a:r>
            <a:r>
              <a:rPr dirty="0" err="1"/>
              <a:t>Verschachtelung</a:t>
            </a:r>
            <a:r>
              <a:rPr dirty="0"/>
              <a:t> von </a:t>
            </a:r>
            <a:r>
              <a:rPr dirty="0" err="1"/>
              <a:t>Decoratoren</a:t>
            </a:r>
            <a:endParaRPr dirty="0"/>
          </a:p>
        </p:txBody>
      </p:sp>
      <p:sp>
        <p:nvSpPr>
          <p:cNvPr id="3" name="Content Placeholder 2"/>
          <p:cNvSpPr>
            <a:spLocks noGrp="1"/>
          </p:cNvSpPr>
          <p:nvPr>
            <p:ph idx="1"/>
          </p:nvPr>
        </p:nvSpPr>
        <p:spPr>
          <a:xfrm>
            <a:off x="617219" y="1103178"/>
            <a:ext cx="6063419" cy="3788073"/>
          </a:xfrm>
        </p:spPr>
        <p:txBody>
          <a:bodyPr>
            <a:normAutofit fontScale="77500" lnSpcReduction="20000"/>
          </a:bodyPr>
          <a:lstStyle/>
          <a:p>
            <a:pPr marL="0" indent="0">
              <a:buNone/>
            </a:pPr>
            <a:r>
              <a:rPr dirty="0"/>
              <a:t>So </a:t>
            </a:r>
            <a:r>
              <a:rPr dirty="0" err="1"/>
              <a:t>setzen</a:t>
            </a:r>
            <a:r>
              <a:rPr dirty="0"/>
              <a:t> </a:t>
            </a:r>
            <a:r>
              <a:rPr dirty="0" err="1"/>
              <a:t>wir</a:t>
            </a:r>
            <a:r>
              <a:rPr dirty="0"/>
              <a:t> </a:t>
            </a:r>
            <a:r>
              <a:rPr dirty="0" err="1"/>
              <a:t>eine</a:t>
            </a:r>
            <a:r>
              <a:rPr dirty="0"/>
              <a:t> Zwiebel </a:t>
            </a:r>
            <a:r>
              <a:rPr dirty="0" err="1"/>
              <a:t>zusammen</a:t>
            </a:r>
            <a:r>
              <a:rPr dirty="0"/>
              <a:t>:</a:t>
            </a:r>
            <a:endParaRPr lang="de-DE" dirty="0"/>
          </a:p>
          <a:p>
            <a:pPr indent="0">
              <a:buNone/>
            </a:pPr>
            <a:r>
              <a:rPr lang="de-DE" sz="1700" b="1" dirty="0" err="1">
                <a:solidFill>
                  <a:srgbClr val="007020"/>
                </a:solidFill>
                <a:latin typeface="Consolas" panose="020B0609020204030204" pitchFamily="49" charset="0"/>
              </a:rPr>
              <a:t>class</a:t>
            </a:r>
            <a:r>
              <a:rPr lang="de-DE" sz="1700" dirty="0">
                <a:latin typeface="Consolas" panose="020B0609020204030204" pitchFamily="49" charset="0"/>
              </a:rPr>
              <a:t> </a:t>
            </a:r>
            <a:r>
              <a:rPr lang="de-DE" sz="1700" dirty="0" err="1">
                <a:latin typeface="Consolas" panose="020B0609020204030204" pitchFamily="49" charset="0"/>
              </a:rPr>
              <a:t>Program</a:t>
            </a:r>
            <a:br>
              <a:rPr lang="de-DE" sz="1700" dirty="0">
                <a:latin typeface="Consolas" panose="020B0609020204030204" pitchFamily="49" charset="0"/>
              </a:rPr>
            </a:br>
            <a:r>
              <a:rPr lang="de-DE" sz="1700" dirty="0">
                <a:solidFill>
                  <a:srgbClr val="666666"/>
                </a:solidFill>
                <a:latin typeface="Consolas" panose="020B0609020204030204" pitchFamily="49" charset="0"/>
              </a:rPr>
              <a:t>{</a:t>
            </a:r>
            <a:br>
              <a:rPr lang="de-DE" sz="1700" dirty="0">
                <a:latin typeface="Consolas" panose="020B0609020204030204" pitchFamily="49" charset="0"/>
              </a:rPr>
            </a:br>
            <a:r>
              <a:rPr lang="de-DE" sz="1700" dirty="0">
                <a:latin typeface="Consolas" panose="020B0609020204030204" pitchFamily="49" charset="0"/>
              </a:rPr>
              <a:t>    </a:t>
            </a:r>
            <a:r>
              <a:rPr lang="de-DE" sz="1700" b="1" dirty="0" err="1">
                <a:solidFill>
                  <a:srgbClr val="007020"/>
                </a:solidFill>
                <a:latin typeface="Consolas" panose="020B0609020204030204" pitchFamily="49" charset="0"/>
              </a:rPr>
              <a:t>static</a:t>
            </a:r>
            <a:r>
              <a:rPr lang="de-DE" sz="1700" dirty="0">
                <a:latin typeface="Consolas" panose="020B0609020204030204" pitchFamily="49" charset="0"/>
              </a:rPr>
              <a:t> </a:t>
            </a:r>
            <a:r>
              <a:rPr lang="de-DE" sz="1700" dirty="0" err="1">
                <a:solidFill>
                  <a:srgbClr val="902000"/>
                </a:solidFill>
                <a:latin typeface="Consolas" panose="020B0609020204030204" pitchFamily="49" charset="0"/>
              </a:rPr>
              <a:t>void</a:t>
            </a:r>
            <a:r>
              <a:rPr lang="de-DE" sz="1700" dirty="0">
                <a:latin typeface="Consolas" panose="020B0609020204030204" pitchFamily="49" charset="0"/>
              </a:rPr>
              <a:t> </a:t>
            </a:r>
            <a:r>
              <a:rPr lang="de-DE" sz="1700" dirty="0">
                <a:solidFill>
                  <a:srgbClr val="06287E"/>
                </a:solidFill>
                <a:latin typeface="Consolas" panose="020B0609020204030204" pitchFamily="49" charset="0"/>
              </a:rPr>
              <a:t>Main</a:t>
            </a:r>
            <a:r>
              <a:rPr lang="de-DE" sz="1700" dirty="0">
                <a:solidFill>
                  <a:srgbClr val="666666"/>
                </a:solidFill>
                <a:latin typeface="Consolas" panose="020B0609020204030204" pitchFamily="49" charset="0"/>
              </a:rPr>
              <a:t>()</a:t>
            </a:r>
            <a:br>
              <a:rPr lang="de-DE" sz="1700" dirty="0">
                <a:latin typeface="Consolas" panose="020B0609020204030204" pitchFamily="49" charset="0"/>
              </a:rPr>
            </a:br>
            <a:r>
              <a:rPr lang="de-DE" sz="1700" dirty="0">
                <a:latin typeface="Consolas" panose="020B0609020204030204" pitchFamily="49" charset="0"/>
              </a:rPr>
              <a:t>    </a:t>
            </a:r>
            <a:r>
              <a:rPr lang="de-DE" sz="1700" dirty="0">
                <a:solidFill>
                  <a:srgbClr val="666666"/>
                </a:solidFill>
                <a:latin typeface="Consolas" panose="020B0609020204030204" pitchFamily="49" charset="0"/>
              </a:rPr>
              <a:t>{</a:t>
            </a:r>
            <a:br>
              <a:rPr lang="de-DE" sz="1700" dirty="0">
                <a:latin typeface="Consolas" panose="020B0609020204030204" pitchFamily="49" charset="0"/>
              </a:rPr>
            </a:br>
            <a:r>
              <a:rPr lang="de-DE" sz="1700" dirty="0">
                <a:latin typeface="Consolas" panose="020B0609020204030204" pitchFamily="49" charset="0"/>
              </a:rPr>
              <a:t>	 </a:t>
            </a:r>
            <a:r>
              <a:rPr lang="de-DE" sz="1700" i="1" dirty="0">
                <a:solidFill>
                  <a:srgbClr val="60A0B0"/>
                </a:solidFill>
                <a:latin typeface="Consolas" panose="020B0609020204030204" pitchFamily="49" charset="0"/>
              </a:rPr>
              <a:t>// 1. Basis erstellen (60 EUR)</a:t>
            </a:r>
            <a:br>
              <a:rPr lang="de-DE" sz="1700" dirty="0">
                <a:latin typeface="Consolas" panose="020B0609020204030204" pitchFamily="49" charset="0"/>
              </a:rPr>
            </a:br>
            <a:r>
              <a:rPr lang="de-DE" sz="1700" dirty="0">
                <a:latin typeface="Consolas" panose="020B0609020204030204" pitchFamily="49" charset="0"/>
              </a:rPr>
              <a:t>	 </a:t>
            </a:r>
            <a:r>
              <a:rPr lang="de-DE" sz="1700" dirty="0" err="1">
                <a:latin typeface="Consolas" panose="020B0609020204030204" pitchFamily="49" charset="0"/>
              </a:rPr>
              <a:t>IAntrag</a:t>
            </a:r>
            <a:r>
              <a:rPr lang="de-DE" sz="1700" dirty="0">
                <a:latin typeface="Consolas" panose="020B0609020204030204" pitchFamily="49" charset="0"/>
              </a:rPr>
              <a:t> </a:t>
            </a:r>
            <a:r>
              <a:rPr lang="de-DE" sz="1700" dirty="0" err="1">
                <a:latin typeface="Consolas" panose="020B0609020204030204" pitchFamily="49" charset="0"/>
              </a:rPr>
              <a:t>meinAntrag</a:t>
            </a:r>
            <a:r>
              <a:rPr lang="de-DE" sz="1700" dirty="0">
                <a:latin typeface="Consolas" panose="020B0609020204030204" pitchFamily="49" charset="0"/>
              </a:rPr>
              <a:t> </a:t>
            </a:r>
            <a:r>
              <a:rPr lang="de-DE" sz="1700" dirty="0">
                <a:solidFill>
                  <a:srgbClr val="666666"/>
                </a:solidFill>
                <a:latin typeface="Consolas" panose="020B0609020204030204" pitchFamily="49" charset="0"/>
              </a:rPr>
              <a:t>=</a:t>
            </a:r>
            <a:r>
              <a:rPr lang="de-DE" sz="1700" dirty="0">
                <a:latin typeface="Consolas" panose="020B0609020204030204" pitchFamily="49" charset="0"/>
              </a:rPr>
              <a:t> </a:t>
            </a:r>
            <a:r>
              <a:rPr lang="de-DE" sz="1700" b="1" dirty="0" err="1">
                <a:solidFill>
                  <a:srgbClr val="007020"/>
                </a:solidFill>
                <a:latin typeface="Consolas" panose="020B0609020204030204" pitchFamily="49" charset="0"/>
              </a:rPr>
              <a:t>new</a:t>
            </a:r>
            <a:r>
              <a:rPr lang="de-DE" sz="1700" dirty="0">
                <a:latin typeface="Consolas" panose="020B0609020204030204" pitchFamily="49" charset="0"/>
              </a:rPr>
              <a:t> </a:t>
            </a:r>
            <a:r>
              <a:rPr lang="de-DE" sz="1700" dirty="0" err="1">
                <a:solidFill>
                  <a:srgbClr val="06287E"/>
                </a:solidFill>
                <a:latin typeface="Consolas" panose="020B0609020204030204" pitchFamily="49" charset="0"/>
              </a:rPr>
              <a:t>ReisepassAntrag</a:t>
            </a:r>
            <a:r>
              <a:rPr lang="de-DE" sz="1700" dirty="0">
                <a:solidFill>
                  <a:srgbClr val="666666"/>
                </a:solidFill>
                <a:latin typeface="Consolas" panose="020B0609020204030204" pitchFamily="49" charset="0"/>
              </a:rPr>
              <a:t>();</a:t>
            </a:r>
            <a:br>
              <a:rPr lang="de-DE" sz="1700" dirty="0">
                <a:latin typeface="Consolas" panose="020B0609020204030204" pitchFamily="49" charset="0"/>
              </a:rPr>
            </a:br>
            <a:br>
              <a:rPr lang="de-DE" sz="1700" dirty="0">
                <a:latin typeface="Consolas" panose="020B0609020204030204" pitchFamily="49" charset="0"/>
              </a:rPr>
            </a:br>
            <a:r>
              <a:rPr lang="de-DE" sz="1700" dirty="0">
                <a:latin typeface="Consolas" panose="020B0609020204030204" pitchFamily="49" charset="0"/>
              </a:rPr>
              <a:t>	 </a:t>
            </a:r>
            <a:r>
              <a:rPr lang="de-DE" sz="1700" i="1" dirty="0">
                <a:solidFill>
                  <a:srgbClr val="60A0B0"/>
                </a:solidFill>
                <a:latin typeface="Consolas" panose="020B0609020204030204" pitchFamily="49" charset="0"/>
              </a:rPr>
              <a:t>// 2. Mit Express dekorieren (+32 EUR)</a:t>
            </a:r>
            <a:br>
              <a:rPr lang="de-DE" sz="1700" dirty="0">
                <a:latin typeface="Consolas" panose="020B0609020204030204" pitchFamily="49" charset="0"/>
              </a:rPr>
            </a:br>
            <a:r>
              <a:rPr lang="de-DE" sz="1700" dirty="0">
                <a:latin typeface="Consolas" panose="020B0609020204030204" pitchFamily="49" charset="0"/>
              </a:rPr>
              <a:t>	 </a:t>
            </a:r>
            <a:r>
              <a:rPr lang="de-DE" sz="1700" dirty="0" err="1">
                <a:latin typeface="Consolas" panose="020B0609020204030204" pitchFamily="49" charset="0"/>
              </a:rPr>
              <a:t>meinAntrag</a:t>
            </a:r>
            <a:r>
              <a:rPr lang="de-DE" sz="1700" dirty="0">
                <a:latin typeface="Consolas" panose="020B0609020204030204" pitchFamily="49" charset="0"/>
              </a:rPr>
              <a:t> </a:t>
            </a:r>
            <a:r>
              <a:rPr lang="de-DE" sz="1700" dirty="0">
                <a:solidFill>
                  <a:srgbClr val="666666"/>
                </a:solidFill>
                <a:latin typeface="Consolas" panose="020B0609020204030204" pitchFamily="49" charset="0"/>
              </a:rPr>
              <a:t>=</a:t>
            </a:r>
            <a:r>
              <a:rPr lang="de-DE" sz="1700" dirty="0">
                <a:latin typeface="Consolas" panose="020B0609020204030204" pitchFamily="49" charset="0"/>
              </a:rPr>
              <a:t> </a:t>
            </a:r>
            <a:r>
              <a:rPr lang="de-DE" sz="1700" b="1" dirty="0" err="1">
                <a:solidFill>
                  <a:srgbClr val="007020"/>
                </a:solidFill>
                <a:latin typeface="Consolas" panose="020B0609020204030204" pitchFamily="49" charset="0"/>
              </a:rPr>
              <a:t>new</a:t>
            </a:r>
            <a:r>
              <a:rPr lang="de-DE" sz="1700" dirty="0">
                <a:latin typeface="Consolas" panose="020B0609020204030204" pitchFamily="49" charset="0"/>
              </a:rPr>
              <a:t> </a:t>
            </a:r>
            <a:r>
              <a:rPr lang="de-DE" sz="1700" dirty="0" err="1">
                <a:solidFill>
                  <a:srgbClr val="06287E"/>
                </a:solidFill>
                <a:latin typeface="Consolas" panose="020B0609020204030204" pitchFamily="49" charset="0"/>
              </a:rPr>
              <a:t>ExpressOption</a:t>
            </a:r>
            <a:r>
              <a:rPr lang="de-DE" sz="1700" dirty="0">
                <a:solidFill>
                  <a:srgbClr val="666666"/>
                </a:solidFill>
                <a:latin typeface="Consolas" panose="020B0609020204030204" pitchFamily="49" charset="0"/>
              </a:rPr>
              <a:t>(</a:t>
            </a:r>
            <a:r>
              <a:rPr lang="de-DE" sz="1700" dirty="0" err="1">
                <a:latin typeface="Consolas" panose="020B0609020204030204" pitchFamily="49" charset="0"/>
              </a:rPr>
              <a:t>meinAntrag</a:t>
            </a:r>
            <a:r>
              <a:rPr lang="de-DE" sz="1700" dirty="0">
                <a:solidFill>
                  <a:srgbClr val="666666"/>
                </a:solidFill>
                <a:latin typeface="Consolas" panose="020B0609020204030204" pitchFamily="49" charset="0"/>
              </a:rPr>
              <a:t>);</a:t>
            </a:r>
            <a:br>
              <a:rPr lang="de-DE" sz="1700" dirty="0">
                <a:solidFill>
                  <a:srgbClr val="666666"/>
                </a:solidFill>
                <a:latin typeface="Consolas" panose="020B0609020204030204" pitchFamily="49" charset="0"/>
              </a:rPr>
            </a:br>
            <a:br>
              <a:rPr lang="de-DE" sz="1700" dirty="0">
                <a:latin typeface="Consolas" panose="020B0609020204030204" pitchFamily="49" charset="0"/>
              </a:rPr>
            </a:br>
            <a:r>
              <a:rPr lang="de-DE" sz="1700" dirty="0">
                <a:latin typeface="Consolas" panose="020B0609020204030204" pitchFamily="49" charset="0"/>
              </a:rPr>
              <a:t>	 </a:t>
            </a:r>
            <a:r>
              <a:rPr lang="de-DE" sz="1700" i="1" dirty="0">
                <a:solidFill>
                  <a:srgbClr val="60A0B0"/>
                </a:solidFill>
                <a:latin typeface="Consolas" panose="020B0609020204030204" pitchFamily="49" charset="0"/>
              </a:rPr>
              <a:t>// 3. Mit 48Seiten dekorieren (+22 EUR)</a:t>
            </a:r>
            <a:br>
              <a:rPr lang="de-DE" sz="1700" dirty="0">
                <a:latin typeface="Consolas" panose="020B0609020204030204" pitchFamily="49" charset="0"/>
              </a:rPr>
            </a:br>
            <a:r>
              <a:rPr lang="de-DE" sz="1700" dirty="0">
                <a:latin typeface="Consolas" panose="020B0609020204030204" pitchFamily="49" charset="0"/>
              </a:rPr>
              <a:t>	 </a:t>
            </a:r>
            <a:r>
              <a:rPr lang="de-DE" sz="1700" dirty="0" err="1">
                <a:latin typeface="Consolas" panose="020B0609020204030204" pitchFamily="49" charset="0"/>
              </a:rPr>
              <a:t>meinAntrag</a:t>
            </a:r>
            <a:r>
              <a:rPr lang="de-DE" sz="1700" dirty="0">
                <a:latin typeface="Consolas" panose="020B0609020204030204" pitchFamily="49" charset="0"/>
              </a:rPr>
              <a:t> </a:t>
            </a:r>
            <a:r>
              <a:rPr lang="de-DE" sz="1700" dirty="0">
                <a:solidFill>
                  <a:srgbClr val="666666"/>
                </a:solidFill>
                <a:latin typeface="Consolas" panose="020B0609020204030204" pitchFamily="49" charset="0"/>
              </a:rPr>
              <a:t>=</a:t>
            </a:r>
            <a:r>
              <a:rPr lang="de-DE" sz="1700" dirty="0">
                <a:latin typeface="Consolas" panose="020B0609020204030204" pitchFamily="49" charset="0"/>
              </a:rPr>
              <a:t> </a:t>
            </a:r>
            <a:r>
              <a:rPr lang="de-DE" sz="1700" b="1" dirty="0" err="1">
                <a:solidFill>
                  <a:srgbClr val="007020"/>
                </a:solidFill>
                <a:latin typeface="Consolas" panose="020B0609020204030204" pitchFamily="49" charset="0"/>
              </a:rPr>
              <a:t>new</a:t>
            </a:r>
            <a:r>
              <a:rPr lang="de-DE" sz="1700" dirty="0">
                <a:latin typeface="Consolas" panose="020B0609020204030204" pitchFamily="49" charset="0"/>
              </a:rPr>
              <a:t> </a:t>
            </a:r>
            <a:r>
              <a:rPr lang="de-DE" sz="1700" dirty="0" err="1">
                <a:solidFill>
                  <a:srgbClr val="06287E"/>
                </a:solidFill>
                <a:latin typeface="Consolas" panose="020B0609020204030204" pitchFamily="49" charset="0"/>
              </a:rPr>
              <a:t>MehrSeitenOption</a:t>
            </a:r>
            <a:r>
              <a:rPr lang="de-DE" sz="1700" dirty="0">
                <a:solidFill>
                  <a:srgbClr val="666666"/>
                </a:solidFill>
                <a:latin typeface="Consolas" panose="020B0609020204030204" pitchFamily="49" charset="0"/>
              </a:rPr>
              <a:t>(</a:t>
            </a:r>
            <a:r>
              <a:rPr lang="de-DE" sz="1700" dirty="0" err="1">
                <a:latin typeface="Consolas" panose="020B0609020204030204" pitchFamily="49" charset="0"/>
              </a:rPr>
              <a:t>meinAntrag</a:t>
            </a:r>
            <a:r>
              <a:rPr lang="de-DE" sz="1700" dirty="0">
                <a:solidFill>
                  <a:srgbClr val="666666"/>
                </a:solidFill>
                <a:latin typeface="Consolas" panose="020B0609020204030204" pitchFamily="49" charset="0"/>
              </a:rPr>
              <a:t>);</a:t>
            </a:r>
            <a:br>
              <a:rPr lang="de-DE" sz="1700" dirty="0">
                <a:latin typeface="Consolas" panose="020B0609020204030204" pitchFamily="49" charset="0"/>
              </a:rPr>
            </a:br>
            <a:br>
              <a:rPr lang="de-DE" sz="1700" dirty="0">
                <a:latin typeface="Consolas" panose="020B0609020204030204" pitchFamily="49" charset="0"/>
              </a:rPr>
            </a:br>
            <a:r>
              <a:rPr lang="de-DE" sz="1700" dirty="0">
                <a:latin typeface="Consolas" panose="020B0609020204030204" pitchFamily="49" charset="0"/>
              </a:rPr>
              <a:t>	 </a:t>
            </a:r>
            <a:r>
              <a:rPr lang="de-DE" sz="1700" dirty="0" err="1">
                <a:latin typeface="Consolas" panose="020B0609020204030204" pitchFamily="49" charset="0"/>
              </a:rPr>
              <a:t>Console</a:t>
            </a:r>
            <a:r>
              <a:rPr lang="de-DE" sz="1700" dirty="0" err="1">
                <a:solidFill>
                  <a:srgbClr val="666666"/>
                </a:solidFill>
                <a:latin typeface="Consolas" panose="020B0609020204030204" pitchFamily="49" charset="0"/>
              </a:rPr>
              <a:t>.</a:t>
            </a:r>
            <a:r>
              <a:rPr lang="de-DE" sz="1700" dirty="0" err="1">
                <a:solidFill>
                  <a:srgbClr val="06287E"/>
                </a:solidFill>
                <a:latin typeface="Consolas" panose="020B0609020204030204" pitchFamily="49" charset="0"/>
              </a:rPr>
              <a:t>WriteLine</a:t>
            </a:r>
            <a:r>
              <a:rPr lang="de-DE" sz="1700" dirty="0">
                <a:solidFill>
                  <a:srgbClr val="666666"/>
                </a:solidFill>
                <a:latin typeface="Consolas" panose="020B0609020204030204" pitchFamily="49" charset="0"/>
              </a:rPr>
              <a:t>(</a:t>
            </a:r>
            <a:r>
              <a:rPr lang="de-DE" sz="1700" dirty="0" err="1">
                <a:latin typeface="Consolas" panose="020B0609020204030204" pitchFamily="49" charset="0"/>
              </a:rPr>
              <a:t>meinAntrag</a:t>
            </a:r>
            <a:r>
              <a:rPr lang="de-DE" sz="1700" dirty="0" err="1">
                <a:solidFill>
                  <a:srgbClr val="666666"/>
                </a:solidFill>
                <a:latin typeface="Consolas" panose="020B0609020204030204" pitchFamily="49" charset="0"/>
              </a:rPr>
              <a:t>.</a:t>
            </a:r>
            <a:r>
              <a:rPr lang="de-DE" sz="1700" dirty="0" err="1">
                <a:solidFill>
                  <a:srgbClr val="06287E"/>
                </a:solidFill>
                <a:latin typeface="Consolas" panose="020B0609020204030204" pitchFamily="49" charset="0"/>
              </a:rPr>
              <a:t>GetBeschreibung</a:t>
            </a:r>
            <a:r>
              <a:rPr lang="de-DE" sz="1700" dirty="0">
                <a:solidFill>
                  <a:srgbClr val="666666"/>
                </a:solidFill>
                <a:latin typeface="Consolas" panose="020B0609020204030204" pitchFamily="49" charset="0"/>
              </a:rPr>
              <a:t>());</a:t>
            </a:r>
            <a:r>
              <a:rPr lang="de-DE" sz="1700" dirty="0">
                <a:latin typeface="Consolas" panose="020B0609020204030204" pitchFamily="49" charset="0"/>
              </a:rPr>
              <a:t> </a:t>
            </a:r>
            <a:br>
              <a:rPr lang="de-DE" sz="1700" dirty="0">
                <a:latin typeface="Consolas" panose="020B0609020204030204" pitchFamily="49" charset="0"/>
              </a:rPr>
            </a:br>
            <a:r>
              <a:rPr lang="de-DE" sz="1700" dirty="0">
                <a:latin typeface="Consolas" panose="020B0609020204030204" pitchFamily="49" charset="0"/>
              </a:rPr>
              <a:t>	 </a:t>
            </a:r>
            <a:r>
              <a:rPr lang="de-DE" sz="1700" i="1" dirty="0">
                <a:solidFill>
                  <a:srgbClr val="60A0B0"/>
                </a:solidFill>
                <a:latin typeface="Consolas" panose="020B0609020204030204" pitchFamily="49" charset="0"/>
              </a:rPr>
              <a:t>// Ausgabe: Reisepass (Standard) + Express-Zuschlag +    </a:t>
            </a:r>
            <a:br>
              <a:rPr lang="de-DE" sz="1700" i="1" dirty="0">
                <a:solidFill>
                  <a:srgbClr val="60A0B0"/>
                </a:solidFill>
                <a:latin typeface="Consolas" panose="020B0609020204030204" pitchFamily="49" charset="0"/>
              </a:rPr>
            </a:br>
            <a:r>
              <a:rPr lang="de-DE" sz="1700" i="1" dirty="0">
                <a:solidFill>
                  <a:srgbClr val="60A0B0"/>
                </a:solidFill>
                <a:latin typeface="Consolas" panose="020B0609020204030204" pitchFamily="49" charset="0"/>
              </a:rPr>
              <a:t>                    48Seiten-Zuschlag</a:t>
            </a:r>
            <a:br>
              <a:rPr lang="de-DE" sz="1700" i="1" dirty="0">
                <a:solidFill>
                  <a:srgbClr val="60A0B0"/>
                </a:solidFill>
                <a:latin typeface="Consolas" panose="020B0609020204030204" pitchFamily="49" charset="0"/>
              </a:rPr>
            </a:br>
            <a:br>
              <a:rPr lang="de-DE" sz="1700" dirty="0">
                <a:latin typeface="Consolas" panose="020B0609020204030204" pitchFamily="49" charset="0"/>
              </a:rPr>
            </a:br>
            <a:r>
              <a:rPr lang="de-DE" sz="1700" dirty="0">
                <a:latin typeface="Consolas" panose="020B0609020204030204" pitchFamily="49" charset="0"/>
              </a:rPr>
              <a:t>	 </a:t>
            </a:r>
            <a:r>
              <a:rPr lang="de-DE" sz="1700" dirty="0" err="1">
                <a:latin typeface="Consolas" panose="020B0609020204030204" pitchFamily="49" charset="0"/>
              </a:rPr>
              <a:t>Console</a:t>
            </a:r>
            <a:r>
              <a:rPr lang="de-DE" sz="1700" dirty="0" err="1">
                <a:solidFill>
                  <a:srgbClr val="666666"/>
                </a:solidFill>
                <a:latin typeface="Consolas" panose="020B0609020204030204" pitchFamily="49" charset="0"/>
              </a:rPr>
              <a:t>.</a:t>
            </a:r>
            <a:r>
              <a:rPr lang="de-DE" sz="1700" dirty="0" err="1">
                <a:solidFill>
                  <a:srgbClr val="06287E"/>
                </a:solidFill>
                <a:latin typeface="Consolas" panose="020B0609020204030204" pitchFamily="49" charset="0"/>
              </a:rPr>
              <a:t>WriteLine</a:t>
            </a:r>
            <a:r>
              <a:rPr lang="de-DE" sz="1700" dirty="0">
                <a:solidFill>
                  <a:srgbClr val="666666"/>
                </a:solidFill>
                <a:latin typeface="Consolas" panose="020B0609020204030204" pitchFamily="49" charset="0"/>
              </a:rPr>
              <a:t>(</a:t>
            </a:r>
            <a:r>
              <a:rPr lang="de-DE" sz="1700" dirty="0" err="1">
                <a:latin typeface="Consolas" panose="020B0609020204030204" pitchFamily="49" charset="0"/>
              </a:rPr>
              <a:t>meinAntrag</a:t>
            </a:r>
            <a:r>
              <a:rPr lang="de-DE" sz="1700" dirty="0" err="1">
                <a:solidFill>
                  <a:srgbClr val="666666"/>
                </a:solidFill>
                <a:latin typeface="Consolas" panose="020B0609020204030204" pitchFamily="49" charset="0"/>
              </a:rPr>
              <a:t>.</a:t>
            </a:r>
            <a:r>
              <a:rPr lang="de-DE" sz="1700" dirty="0" err="1">
                <a:solidFill>
                  <a:srgbClr val="06287E"/>
                </a:solidFill>
                <a:latin typeface="Consolas" panose="020B0609020204030204" pitchFamily="49" charset="0"/>
              </a:rPr>
              <a:t>BerechneKosten</a:t>
            </a:r>
            <a:r>
              <a:rPr lang="de-DE" sz="1700" dirty="0">
                <a:solidFill>
                  <a:srgbClr val="666666"/>
                </a:solidFill>
                <a:latin typeface="Consolas" panose="020B0609020204030204" pitchFamily="49" charset="0"/>
              </a:rPr>
              <a:t>());</a:t>
            </a:r>
            <a:r>
              <a:rPr lang="de-DE" sz="1700" dirty="0">
                <a:latin typeface="Consolas" panose="020B0609020204030204" pitchFamily="49" charset="0"/>
              </a:rPr>
              <a:t>  </a:t>
            </a:r>
            <a:br>
              <a:rPr lang="de-DE" sz="1700" dirty="0">
                <a:latin typeface="Consolas" panose="020B0609020204030204" pitchFamily="49" charset="0"/>
              </a:rPr>
            </a:br>
            <a:r>
              <a:rPr lang="de-DE" sz="1700" dirty="0">
                <a:latin typeface="Consolas" panose="020B0609020204030204" pitchFamily="49" charset="0"/>
              </a:rPr>
              <a:t>	 </a:t>
            </a:r>
            <a:r>
              <a:rPr lang="de-DE" sz="1700" i="1" dirty="0">
                <a:solidFill>
                  <a:srgbClr val="60A0B0"/>
                </a:solidFill>
                <a:latin typeface="Consolas" panose="020B0609020204030204" pitchFamily="49" charset="0"/>
              </a:rPr>
              <a:t>// Ausgabe: 114.00</a:t>
            </a:r>
          </a:p>
          <a:p>
            <a:pPr indent="0">
              <a:buNone/>
            </a:pPr>
            <a:r>
              <a:rPr lang="de-DE" sz="1700" dirty="0">
                <a:latin typeface="Consolas" panose="020B0609020204030204" pitchFamily="49" charset="0"/>
              </a:rPr>
              <a:t>    </a:t>
            </a:r>
            <a:r>
              <a:rPr lang="de-DE" sz="1700" dirty="0">
                <a:solidFill>
                  <a:srgbClr val="666666"/>
                </a:solidFill>
                <a:latin typeface="Consolas" panose="020B0609020204030204" pitchFamily="49" charset="0"/>
              </a:rPr>
              <a:t>}</a:t>
            </a:r>
            <a:br>
              <a:rPr lang="de-DE" sz="1700" dirty="0">
                <a:latin typeface="Consolas" panose="020B0609020204030204" pitchFamily="49" charset="0"/>
              </a:rPr>
            </a:br>
            <a:r>
              <a:rPr lang="de-DE" sz="1700" dirty="0">
                <a:solidFill>
                  <a:srgbClr val="666666"/>
                </a:solidFill>
                <a:latin typeface="Consolas" panose="020B0609020204030204" pitchFamily="49" charset="0"/>
              </a:rPr>
              <a:t>}</a:t>
            </a:r>
            <a:endParaRPr lang="de-DE" sz="1700" i="1" dirty="0">
              <a:solidFill>
                <a:srgbClr val="60A0B0"/>
              </a:solidFill>
              <a:latin typeface="Consolas" panose="020B0609020204030204" pitchFamily="49" charset="0"/>
            </a:endParaRPr>
          </a:p>
          <a:p>
            <a:pPr marL="0" indent="0">
              <a:buNone/>
            </a:pPr>
            <a:r>
              <a:rPr dirty="0"/>
              <a:t>Sie </a:t>
            </a:r>
            <a:r>
              <a:rPr dirty="0" err="1"/>
              <a:t>können</a:t>
            </a:r>
            <a:r>
              <a:rPr dirty="0"/>
              <a:t> </a:t>
            </a:r>
            <a:r>
              <a:rPr dirty="0" err="1"/>
              <a:t>Optionen</a:t>
            </a:r>
            <a:r>
              <a:rPr dirty="0"/>
              <a:t> </a:t>
            </a:r>
            <a:r>
              <a:rPr dirty="0" err="1"/>
              <a:t>beliebig</a:t>
            </a:r>
            <a:r>
              <a:rPr dirty="0"/>
              <a:t> </a:t>
            </a:r>
            <a:r>
              <a:rPr dirty="0" err="1"/>
              <a:t>ineinander</a:t>
            </a:r>
            <a:r>
              <a:rPr dirty="0"/>
              <a:t> </a:t>
            </a:r>
            <a:r>
              <a:rPr dirty="0" err="1"/>
              <a:t>verschachteln</a:t>
            </a:r>
            <a:r>
              <a:rPr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 Vorteile</a:t>
            </a:r>
          </a:p>
        </p:txBody>
      </p:sp>
      <p:sp>
        <p:nvSpPr>
          <p:cNvPr id="3" name="Content Placeholder 2"/>
          <p:cNvSpPr>
            <a:spLocks noGrp="1"/>
          </p:cNvSpPr>
          <p:nvPr>
            <p:ph idx="1"/>
          </p:nvPr>
        </p:nvSpPr>
        <p:spPr/>
        <p:txBody>
          <a:bodyPr/>
          <a:lstStyle/>
          <a:p>
            <a:pPr lvl="0"/>
            <a:r>
              <a:rPr b="1"/>
              <a:t>Flexible Erweiterung zur Laufzeit:</a:t>
            </a:r>
            <a:r>
              <a:t> Verhalten kann dynamisch hinzugefügt oder kombiniert werden.</a:t>
            </a:r>
          </a:p>
          <a:p>
            <a:pPr lvl="0"/>
            <a:r>
              <a:rPr b="1"/>
              <a:t>Vermeidet Klassenexplosion:</a:t>
            </a:r>
            <a:r>
              <a:t> Statt vieler Unterklassen werden Optionen durch Kombination von Decorators aufgebaut.</a:t>
            </a:r>
          </a:p>
          <a:p>
            <a:pPr lvl="0"/>
            <a:r>
              <a:rPr b="1"/>
              <a:t>Open-Closed-Prinzip:</a:t>
            </a:r>
            <a:r>
              <a:t> Neue Optionen können ergänzt werden, ohne bestehende Klassen zu ändern.</a:t>
            </a:r>
          </a:p>
          <a:p>
            <a:pPr lvl="0"/>
            <a:r>
              <a:rPr b="1"/>
              <a:t>Single Responsibility:</a:t>
            </a:r>
            <a:r>
              <a:t> Jede Zusatzfunktion (z.B. Express, 48 Seiten) ist in einer eigenen Klasse gekapselt.</a:t>
            </a:r>
          </a:p>
          <a:p>
            <a:pPr lvl="0"/>
            <a:r>
              <a:rPr b="1"/>
              <a:t>Kombinierbarkeit:</a:t>
            </a:r>
            <a:r>
              <a:t> Mehrere Decorators lassen sich in beliebiger Reihenfolge verschachteln.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Decorator: Nachteile</a:t>
            </a:r>
          </a:p>
        </p:txBody>
      </p:sp>
      <p:sp>
        <p:nvSpPr>
          <p:cNvPr id="3" name="Content Placeholder 2"/>
          <p:cNvSpPr>
            <a:spLocks noGrp="1"/>
          </p:cNvSpPr>
          <p:nvPr>
            <p:ph idx="1"/>
          </p:nvPr>
        </p:nvSpPr>
        <p:spPr/>
        <p:txBody>
          <a:bodyPr>
            <a:normAutofit lnSpcReduction="10000"/>
          </a:bodyPr>
          <a:lstStyle/>
          <a:p>
            <a:pPr lvl="0"/>
            <a:r>
              <a:rPr b="1"/>
              <a:t>Mehr Komplexität im Aufbau:</a:t>
            </a:r>
            <a:r>
              <a:t> Viele kleine Klassen und verschachtelte Objekte erschweren den Überblick.</a:t>
            </a:r>
          </a:p>
          <a:p>
            <a:pPr lvl="0"/>
            <a:r>
              <a:rPr b="1"/>
              <a:t>Reihenfolgeabhängigkeit möglich:</a:t>
            </a:r>
            <a:r>
              <a:t> Unterschiedliche Decorator-Reihenfolgen können zu anderem Ergebnis führen.</a:t>
            </a:r>
          </a:p>
          <a:p>
            <a:pPr lvl="0"/>
            <a:r>
              <a:rPr b="1"/>
              <a:t>Debugging aufwendiger:</a:t>
            </a:r>
            <a:r>
              <a:t> Verhalten verteilt sich über mehrere Ebenen der Dekoration.</a:t>
            </a:r>
          </a:p>
          <a:p>
            <a:pPr lvl="0"/>
            <a:r>
              <a:rPr b="1"/>
              <a:t>Objektidentität/Transparenz:</a:t>
            </a:r>
            <a:r>
              <a:t> Gerade bei unbekanntem Code ist nicht immer klar, welches „echte“ Objekt gerade verwendet wird.</a:t>
            </a:r>
          </a:p>
          <a:p>
            <a:pPr marL="0" indent="0">
              <a:buNone/>
            </a:pPr>
            <a:r>
              <a:rPr>
                <a:latin typeface="Courier"/>
              </a:rPr>
              <a:t>Decorator</a:t>
            </a:r>
            <a:r>
              <a:t> ist ideal für optionale, kombinierbare Zusatzfunktionen; bei hoher Verschachtelung steigt jedoch die kognitive Komplexität.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 y="569214"/>
            <a:ext cx="5657850" cy="2674620"/>
          </a:xfrm>
        </p:spPr>
        <p:txBody>
          <a:bodyPr/>
          <a:lstStyle/>
          <a:p>
            <a:r>
              <a:rPr lang="de-DE"/>
              <a:t>Teil 6: Zusammenfassung</a:t>
            </a:r>
          </a:p>
        </p:txBody>
      </p:sp>
      <p:sp>
        <p:nvSpPr>
          <p:cNvPr id="4" name="Textplatzhalter 3">
            <a:extLst>
              <a:ext uri="{FF2B5EF4-FFF2-40B4-BE49-F238E27FC236}">
                <a16:creationId xmlns:a16="http://schemas.microsoft.com/office/drawing/2014/main" id="{CFC4B972-1D0E-D5BE-BE6C-17B1F8ED4462}"/>
              </a:ext>
            </a:extLst>
          </p:cNvPr>
          <p:cNvSpPr>
            <a:spLocks noGrp="1"/>
          </p:cNvSpPr>
          <p:nvPr>
            <p:ph type="body" idx="1"/>
          </p:nvPr>
        </p:nvSpPr>
        <p:spPr/>
        <p:txBody>
          <a:bodyPr/>
          <a:lstStyle/>
          <a:p>
            <a:endParaRPr lang="de-D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Wrap-up Woche 2</a:t>
            </a:r>
          </a:p>
        </p:txBody>
      </p:sp>
      <p:sp>
        <p:nvSpPr>
          <p:cNvPr id="3" name="Content Placeholder 2"/>
          <p:cNvSpPr>
            <a:spLocks noGrp="1"/>
          </p:cNvSpPr>
          <p:nvPr>
            <p:ph idx="1"/>
          </p:nvPr>
        </p:nvSpPr>
        <p:spPr/>
        <p:txBody>
          <a:bodyPr/>
          <a:lstStyle/>
          <a:p>
            <a:pPr lvl="0"/>
            <a:r>
              <a:rPr b="1" dirty="0"/>
              <a:t>Singleton:</a:t>
            </a:r>
            <a:r>
              <a:rPr dirty="0"/>
              <a:t> Wenn es </a:t>
            </a:r>
            <a:r>
              <a:rPr dirty="0" err="1"/>
              <a:t>garantiert</a:t>
            </a:r>
            <a:r>
              <a:rPr dirty="0"/>
              <a:t> </a:t>
            </a:r>
            <a:r>
              <a:rPr dirty="0" err="1"/>
              <a:t>nur</a:t>
            </a:r>
            <a:r>
              <a:rPr dirty="0"/>
              <a:t> </a:t>
            </a:r>
            <a:r>
              <a:rPr dirty="0" err="1"/>
              <a:t>ein</a:t>
            </a:r>
            <a:r>
              <a:rPr dirty="0"/>
              <a:t> </a:t>
            </a:r>
            <a:r>
              <a:rPr dirty="0" err="1"/>
              <a:t>Objekt</a:t>
            </a:r>
            <a:r>
              <a:rPr dirty="0"/>
              <a:t> </a:t>
            </a:r>
            <a:r>
              <a:rPr dirty="0" err="1"/>
              <a:t>geben</a:t>
            </a:r>
            <a:r>
              <a:rPr dirty="0"/>
              <a:t> </a:t>
            </a:r>
            <a:r>
              <a:rPr dirty="0" err="1"/>
              <a:t>darf</a:t>
            </a:r>
            <a:r>
              <a:rPr dirty="0"/>
              <a:t> (</a:t>
            </a:r>
            <a:r>
              <a:rPr dirty="0" err="1"/>
              <a:t>Vorsicht</a:t>
            </a:r>
            <a:r>
              <a:rPr dirty="0"/>
              <a:t>: Anti-Pattern </a:t>
            </a:r>
            <a:r>
              <a:rPr dirty="0" err="1"/>
              <a:t>Gefahr</a:t>
            </a:r>
            <a:r>
              <a:rPr dirty="0"/>
              <a:t>!).</a:t>
            </a:r>
          </a:p>
          <a:p>
            <a:pPr lvl="0"/>
            <a:r>
              <a:rPr b="1" dirty="0"/>
              <a:t>Factory</a:t>
            </a:r>
            <a:r>
              <a:rPr lang="de-DE" b="1"/>
              <a:t>‘s</a:t>
            </a:r>
            <a:r>
              <a:rPr b="1"/>
              <a:t>:</a:t>
            </a:r>
            <a:r>
              <a:t> </a:t>
            </a:r>
            <a:r>
              <a:rPr dirty="0"/>
              <a:t>Delegation der </a:t>
            </a:r>
            <a:r>
              <a:rPr dirty="0" err="1"/>
              <a:t>Objekterzeugung</a:t>
            </a:r>
            <a:r>
              <a:rPr dirty="0"/>
              <a:t> an </a:t>
            </a:r>
            <a:r>
              <a:rPr dirty="0" err="1"/>
              <a:t>Unterklassen</a:t>
            </a:r>
            <a:r>
              <a:rPr dirty="0"/>
              <a:t> (für </a:t>
            </a:r>
            <a:r>
              <a:rPr dirty="0" err="1"/>
              <a:t>Flexibilität</a:t>
            </a:r>
            <a:r>
              <a:rPr dirty="0"/>
              <a:t>).</a:t>
            </a:r>
          </a:p>
          <a:p>
            <a:pPr lvl="0"/>
            <a:r>
              <a:rPr b="1" dirty="0"/>
              <a:t>Adapter:</a:t>
            </a:r>
            <a:r>
              <a:rPr dirty="0"/>
              <a:t> Der </a:t>
            </a:r>
            <a:r>
              <a:rPr dirty="0" err="1"/>
              <a:t>Übersetzer</a:t>
            </a:r>
            <a:r>
              <a:rPr dirty="0"/>
              <a:t> </a:t>
            </a:r>
            <a:r>
              <a:rPr dirty="0" err="1"/>
              <a:t>zwischen</a:t>
            </a:r>
            <a:r>
              <a:rPr dirty="0"/>
              <a:t> </a:t>
            </a:r>
            <a:r>
              <a:rPr dirty="0" err="1"/>
              <a:t>inkompatiblen</a:t>
            </a:r>
            <a:r>
              <a:rPr dirty="0"/>
              <a:t> </a:t>
            </a:r>
            <a:r>
              <a:rPr dirty="0" err="1"/>
              <a:t>Welten</a:t>
            </a:r>
            <a:r>
              <a:rPr dirty="0"/>
              <a:t> (Legacy-Integration).</a:t>
            </a:r>
          </a:p>
          <a:p>
            <a:pPr lvl="0"/>
            <a:r>
              <a:rPr b="1" dirty="0"/>
              <a:t>Decorator:</a:t>
            </a:r>
            <a:r>
              <a:rPr dirty="0"/>
              <a:t> </a:t>
            </a:r>
            <a:r>
              <a:rPr dirty="0" err="1"/>
              <a:t>Dynamisches</a:t>
            </a:r>
            <a:r>
              <a:rPr dirty="0"/>
              <a:t> </a:t>
            </a:r>
            <a:r>
              <a:rPr dirty="0" err="1"/>
              <a:t>Hinzufügen</a:t>
            </a:r>
            <a:r>
              <a:rPr dirty="0"/>
              <a:t> von </a:t>
            </a:r>
            <a:r>
              <a:rPr dirty="0" err="1"/>
              <a:t>Funktionen</a:t>
            </a:r>
            <a:r>
              <a:rPr dirty="0"/>
              <a:t> </a:t>
            </a:r>
            <a:r>
              <a:rPr dirty="0" err="1"/>
              <a:t>ohne</a:t>
            </a:r>
            <a:r>
              <a:rPr dirty="0"/>
              <a:t> </a:t>
            </a:r>
            <a:r>
              <a:rPr dirty="0" err="1"/>
              <a:t>Klassenexplosion</a:t>
            </a:r>
            <a:r>
              <a:rPr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Ausblick auf nächste Woche</a:t>
            </a:r>
          </a:p>
        </p:txBody>
      </p:sp>
      <p:sp>
        <p:nvSpPr>
          <p:cNvPr id="3" name="Content Placeholder 2"/>
          <p:cNvSpPr>
            <a:spLocks noGrp="1"/>
          </p:cNvSpPr>
          <p:nvPr>
            <p:ph idx="1"/>
          </p:nvPr>
        </p:nvSpPr>
        <p:spPr/>
        <p:txBody>
          <a:bodyPr/>
          <a:lstStyle/>
          <a:p>
            <a:pPr marL="0" indent="0">
              <a:buNone/>
            </a:pPr>
            <a:r>
              <a:rPr lang="de-DE" dirty="0"/>
              <a:t>Diese Woche haben wir Objekte erzeugt (</a:t>
            </a:r>
            <a:r>
              <a:rPr lang="de-DE" dirty="0" err="1"/>
              <a:t>Creational</a:t>
            </a:r>
            <a:r>
              <a:rPr lang="de-DE" dirty="0"/>
              <a:t>) und strukturiert (</a:t>
            </a:r>
            <a:r>
              <a:rPr lang="de-DE" dirty="0" err="1"/>
              <a:t>Structural</a:t>
            </a:r>
            <a:r>
              <a:rPr lang="de-DE" dirty="0"/>
              <a:t>). </a:t>
            </a:r>
          </a:p>
          <a:p>
            <a:pPr marL="0" indent="0">
              <a:buNone/>
            </a:pPr>
            <a:r>
              <a:rPr lang="de-DE" dirty="0"/>
              <a:t>Nächste Woche betrachten wir die dritte Kategorie: </a:t>
            </a:r>
            <a:r>
              <a:rPr lang="de-DE" b="1" dirty="0"/>
              <a:t>Verhaltensmuster (Behavioral Patterns)</a:t>
            </a:r>
            <a:r>
              <a:rPr lang="de-DE" dirty="0"/>
              <a:t>, wie das </a:t>
            </a:r>
            <a:r>
              <a:rPr lang="de-DE" dirty="0" err="1"/>
              <a:t>Strategy</a:t>
            </a:r>
            <a:r>
              <a:rPr lang="de-DE" dirty="0"/>
              <a:t>- und Observer-Pattern.</a:t>
            </a:r>
          </a:p>
        </p:txBody>
      </p:sp>
    </p:spTree>
  </p:cSld>
  <p:clrMapOvr>
    <a:masterClrMapping/>
  </p:clrMapOvr>
</p:sld>
</file>

<file path=ppt/theme/theme1.xml><?xml version="1.0" encoding="utf-8"?>
<a:theme xmlns:a="http://schemas.openxmlformats.org/drawingml/2006/main" name="Rückblick">
  <a:themeElements>
    <a:clrScheme name="Rückblick">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ückblick">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ückblick">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0</TotalTime>
  <Words>3329</Words>
  <Application>Microsoft Office PowerPoint</Application>
  <PresentationFormat>Benutzerdefiniert</PresentationFormat>
  <Paragraphs>229</Paragraphs>
  <Slides>52</Slides>
  <Notes>0</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52</vt:i4>
      </vt:variant>
    </vt:vector>
  </HeadingPairs>
  <TitlesOfParts>
    <vt:vector size="59" baseType="lpstr">
      <vt:lpstr>Aptos</vt:lpstr>
      <vt:lpstr>Calibri</vt:lpstr>
      <vt:lpstr>Calibri Light</vt:lpstr>
      <vt:lpstr>Consolas</vt:lpstr>
      <vt:lpstr>Courier</vt:lpstr>
      <vt:lpstr>Symbol</vt:lpstr>
      <vt:lpstr>Rückblick</vt:lpstr>
      <vt:lpstr>Objektorientierte Programmierung</vt:lpstr>
      <vt:lpstr>Teil 1: Einführung in Design Patterns</vt:lpstr>
      <vt:lpstr>Willkommen zu Woche 2</vt:lpstr>
      <vt:lpstr>Was sind Design Patterns?</vt:lpstr>
      <vt:lpstr>Warum Design Patterns in der Verwaltung?</vt:lpstr>
      <vt:lpstr>Drei Kategorien von Mustern</vt:lpstr>
      <vt:lpstr>Keine “Copy-Paste” Lösungen</vt:lpstr>
      <vt:lpstr>Teil 2: Das Singleton Pattern</vt:lpstr>
      <vt:lpstr>Einführung: Singleton</vt:lpstr>
      <vt:lpstr>Anwendung in der Verwaltung (Konfigurationsmanager)</vt:lpstr>
      <vt:lpstr>Singleton: Die Eigenschaften</vt:lpstr>
      <vt:lpstr>Singleton: Code (Felder &amp; Konstruktor)</vt:lpstr>
      <vt:lpstr>Singleton: Code (Thread-Safe Instance)</vt:lpstr>
      <vt:lpstr>Kritik am Singleton</vt:lpstr>
      <vt:lpstr>Wann man es (wirklich) nutzen sollte</vt:lpstr>
      <vt:lpstr>Teil 3: Factory Patterns</vt:lpstr>
      <vt:lpstr>Einführung: Factory Method</vt:lpstr>
      <vt:lpstr>Problemstellung: Harte Verdrahtung</vt:lpstr>
      <vt:lpstr>Anwendung: Erstellung von Bescheid-Typen</vt:lpstr>
      <vt:lpstr>Factory Method: Produkt-Klassen (Code)</vt:lpstr>
      <vt:lpstr>Factory Method: Die abstrakte Factory (Code)</vt:lpstr>
      <vt:lpstr>Factory Method: Konkrete Erzeuger (Code)</vt:lpstr>
      <vt:lpstr>Factory Method: Hauptprogramm (Code)</vt:lpstr>
      <vt:lpstr>Vorteile und Nachteile der Factory Method</vt:lpstr>
      <vt:lpstr>Simple Factory: Die Fabrik (Code)</vt:lpstr>
      <vt:lpstr>Simple Factory: Altes vs. Neues C#</vt:lpstr>
      <vt:lpstr>Simple Factory: Das Hauptprogramm (Code)</vt:lpstr>
      <vt:lpstr>Vorteile der Simple Factory</vt:lpstr>
      <vt:lpstr>Unterscheidung:  Factory Method + Simple Factory</vt:lpstr>
      <vt:lpstr>Teil 4: Adapter Pattern</vt:lpstr>
      <vt:lpstr>Einführung: Adapter Pattern</vt:lpstr>
      <vt:lpstr>Das Problem: Legacy-Systeme</vt:lpstr>
      <vt:lpstr>Adapter: Das Ziel-Interface (Code)</vt:lpstr>
      <vt:lpstr>Adapter: Das alte System (Code)</vt:lpstr>
      <vt:lpstr>Adapter: Die Implementierung (Code)</vt:lpstr>
      <vt:lpstr>Adapter: Vorteile</vt:lpstr>
      <vt:lpstr>Adapter: Nachteile</vt:lpstr>
      <vt:lpstr>Teil 5: Decorator Pattern</vt:lpstr>
      <vt:lpstr>Einführung: Decorator Pattern</vt:lpstr>
      <vt:lpstr>Das Problem der Klassenexplosion</vt:lpstr>
      <vt:lpstr>Anwendung: Antrags-Zusatzleistungen</vt:lpstr>
      <vt:lpstr>Decorator: Basis und Komponente (Code)</vt:lpstr>
      <vt:lpstr>Decorator: Die Basis-Decorator-Klasse (Code)</vt:lpstr>
      <vt:lpstr>Decorator: Der konkrete Express-Decorator (Code)</vt:lpstr>
      <vt:lpstr>Decorator: Nutzung des Decorators</vt:lpstr>
      <vt:lpstr>Decorator: Der konkrete 48 Seiten-Decorator (Code)</vt:lpstr>
      <vt:lpstr>Decorator: Verschachtelung von Decoratoren</vt:lpstr>
      <vt:lpstr>Decorator: Vorteile</vt:lpstr>
      <vt:lpstr>Decorator: Nachteile</vt:lpstr>
      <vt:lpstr>Teil 6: Zusammenfassung</vt:lpstr>
      <vt:lpstr>Wrap-up Woche 2</vt:lpstr>
      <vt:lpstr>Ausblick auf nächste Woche</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Entwicklung langlebiger Software</dc:title>
  <dc:creator>Peter Bernhardt</dc:creator>
  <cp:keywords/>
  <cp:lastModifiedBy>Peter Bernhardt</cp:lastModifiedBy>
  <cp:revision>1</cp:revision>
  <dcterms:created xsi:type="dcterms:W3CDTF">2026-03-18T16:32:38Z</dcterms:created>
  <dcterms:modified xsi:type="dcterms:W3CDTF">2026-04-02T16:06:19Z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vt:lpwstr>
  </property>
  <property fmtid="{D5CDD505-2E9C-101B-9397-08002B2CF9AE}" pid="3" name="subtitle">
    <vt:lpwstr>Woche 1: Die Dimension Zeit &amp; Software-Erosion</vt:lpwstr>
  </property>
</Properties>
</file>